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8" r:id="rId2"/>
    <p:sldMasterId id="2147483700" r:id="rId3"/>
    <p:sldMasterId id="2147483674" r:id="rId4"/>
    <p:sldMasterId id="2147483662" r:id="rId5"/>
  </p:sldMasterIdLst>
  <p:notesMasterIdLst>
    <p:notesMasterId r:id="rId10"/>
  </p:notesMasterIdLst>
  <p:sldIdLst>
    <p:sldId id="520" r:id="rId6"/>
    <p:sldId id="271" r:id="rId7"/>
    <p:sldId id="466" r:id="rId8"/>
    <p:sldId id="467"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A7A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0A15C55-8517-42AA-B614-E9B94910E393}">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656FA7A9-8452-45C9-88FA-C5849EE49D6D}" styleName="Table_0">
    <a:wholeTbl>
      <a:tcTxStyle>
        <a:font>
          <a:latin typeface="Arial"/>
          <a:ea typeface="Arial"/>
          <a:cs typeface="Arial"/>
        </a:font>
        <a:srgbClr val="000000"/>
      </a:tcTxStyle>
      <a:tcStyle>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5.xml"/><Relationship Id="rId10"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7/17/2026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5" Type="http://schemas.openxmlformats.org/officeDocument/2006/relationships/slideMaster" Target="../slideMasters/slideMaster1.xml"/><Relationship Id="rId4" Type="http://schemas.openxmlformats.org/officeDocument/2006/relationships/tags" Target="../tags/tag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tags" Target="../tags/tag5.xml"/><Relationship Id="rId5" Type="http://schemas.openxmlformats.org/officeDocument/2006/relationships/slideMaster" Target="../slideMasters/slideMaster3.xml"/><Relationship Id="rId4" Type="http://schemas.openxmlformats.org/officeDocument/2006/relationships/tags" Target="../tags/tag8.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slideMaster" Target="../slideMasters/slideMaster4.xml"/><Relationship Id="rId4" Type="http://schemas.openxmlformats.org/officeDocument/2006/relationships/tags" Target="../tags/tag1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1BF9AB-9E8E-47BE-8695-0C4FF9F1D8AA}"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1BF9AB-9E8E-47BE-8695-0C4FF9F1D8AA}"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1BF9AB-9E8E-47BE-8695-0C4FF9F1D8AA}"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1BF9AB-9E8E-47BE-8695-0C4FF9F1D8AA}"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1BF9AB-9E8E-47BE-8695-0C4FF9F1D8AA}"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1BF9AB-9E8E-47BE-8695-0C4FF9F1D8AA}"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solidFill>
          <a:schemeClr val="bg1"/>
        </a:solidFill>
        <a:effectLst/>
      </p:bgPr>
    </p:bg>
    <p:spTree>
      <p:nvGrpSpPr>
        <p:cNvPr id="1" name=""/>
        <p:cNvGrpSpPr/>
        <p:nvPr/>
      </p:nvGrpSpPr>
      <p:grpSpPr>
        <a:xfrm>
          <a:off x="0" y="0"/>
          <a:ext cx="0" cy="0"/>
          <a:chOff x="0" y="0"/>
          <a:chExt cx="0" cy="0"/>
        </a:xfrm>
      </p:grpSpPr>
      <p:sp>
        <p:nvSpPr>
          <p:cNvPr id="7" name="文本框"/>
          <p:cNvSpPr>
            <a:spLocks noGrp="1"/>
          </p:cNvSpPr>
          <p:nvPr>
            <p:ph type="dt" idx="10"/>
          </p:nvPr>
        </p:nvSpPr>
        <p:spPr>
          <a:xfrm>
            <a:off x="838200" y="6356349"/>
            <a:ext cx="2743200" cy="365125"/>
          </a:xfrm>
          <a:prstGeom prst="rect">
            <a:avLst/>
          </a:prstGeom>
          <a:noFill/>
          <a:ln cap="flat" cmpd="sng">
            <a:noFill/>
            <a:prstDash val="solid"/>
            <a:miter/>
          </a:ln>
        </p:spPr>
        <p:txBody>
          <a:bodyPr vert="horz" wrap="square" lIns="91440" tIns="45720" rIns="91440" bIns="45720" anchor="ctr" anchorCtr="0"/>
          <a:lstStyle/>
          <a:p>
            <a:pPr algn="l"/>
            <a:endParaRPr lang="zh-CN" altLang="en-US" sz="1200">
              <a:solidFill>
                <a:srgbClr val="898989"/>
              </a:solidFill>
              <a:latin typeface="Calibri" panose="020F0502020204030204" pitchFamily="34" charset="0"/>
              <a:ea typeface="等线" charset="0"/>
              <a:cs typeface="Calibri" panose="020F0502020204030204" pitchFamily="34" charset="0"/>
            </a:endParaRPr>
          </a:p>
        </p:txBody>
      </p:sp>
      <p:sp>
        <p:nvSpPr>
          <p:cNvPr id="8" name="文本框"/>
          <p:cNvSpPr>
            <a:spLocks noGrp="1"/>
          </p:cNvSpPr>
          <p:nvPr>
            <p:ph type="ftr"/>
          </p:nvPr>
        </p:nvSpPr>
        <p:spPr>
          <a:xfrm>
            <a:off x="4038600" y="6356349"/>
            <a:ext cx="4114800" cy="365125"/>
          </a:xfrm>
          <a:prstGeom prst="rect">
            <a:avLst/>
          </a:prstGeom>
          <a:noFill/>
          <a:ln cap="flat" cmpd="sng">
            <a:noFill/>
            <a:prstDash val="solid"/>
            <a:miter/>
          </a:ln>
        </p:spPr>
        <p:txBody>
          <a:bodyPr vert="horz" wrap="square" lIns="91440" tIns="45720" rIns="91440" bIns="45720" anchor="ctr" anchorCtr="0"/>
          <a:lstStyle/>
          <a:p>
            <a:pPr algn="ctr"/>
            <a:endParaRPr lang="zh-CN" altLang="en-US" sz="1200">
              <a:solidFill>
                <a:srgbClr val="898989"/>
              </a:solidFill>
              <a:latin typeface="Calibri" panose="020F0502020204030204" pitchFamily="34" charset="0"/>
              <a:ea typeface="等线" charset="0"/>
              <a:cs typeface="Calibri" panose="020F0502020204030204" pitchFamily="34" charset="0"/>
            </a:endParaRPr>
          </a:p>
        </p:txBody>
      </p:sp>
      <p:sp>
        <p:nvSpPr>
          <p:cNvPr id="9" name="文本框"/>
          <p:cNvSpPr>
            <a:spLocks noGrp="1"/>
          </p:cNvSpPr>
          <p:nvPr>
            <p:ph type="sldNum"/>
          </p:nvPr>
        </p:nvSpPr>
        <p:spPr>
          <a:xfrm>
            <a:off x="8610600" y="6356349"/>
            <a:ext cx="2743200" cy="365125"/>
          </a:xfrm>
          <a:prstGeom prst="rect">
            <a:avLst/>
          </a:prstGeom>
          <a:noFill/>
          <a:ln cap="flat" cmpd="sng">
            <a:noFill/>
            <a:prstDash val="solid"/>
            <a:miter/>
          </a:ln>
        </p:spPr>
        <p:txBody>
          <a:bodyPr vert="horz" wrap="square" lIns="91440" tIns="45720" rIns="91440" bIns="45720" anchor="ctr" anchorCtr="0"/>
          <a:lstStyle/>
          <a:p>
            <a:pPr algn="r"/>
            <a:fld id="{CAD2D6BD-DE1B-4B5F-8B41-2702339687B9}" type="slidenum">
              <a:rPr lang="en-US" altLang="zh-CN" sz="1200" b="0" i="0" u="none" strike="noStrike" kern="1200" cap="none" spc="0" baseline="0">
                <a:solidFill>
                  <a:srgbClr val="898989"/>
                </a:solidFill>
                <a:latin typeface="Calibri" panose="020F0502020204030204" pitchFamily="34" charset="0"/>
                <a:ea typeface="等线" charset="0"/>
                <a:cs typeface="Calibri" panose="020F0502020204030204" pitchFamily="34" charset="0"/>
              </a:rPr>
              <a:t>‹#›</a:t>
            </a:fld>
            <a:endParaRPr lang="zh-CN" altLang="en-US" sz="1200">
              <a:solidFill>
                <a:srgbClr val="898989"/>
              </a:solidFill>
              <a:latin typeface="Calibri" panose="020F0502020204030204" pitchFamily="34" charset="0"/>
              <a:ea typeface="等线" charset="0"/>
              <a:cs typeface="Calibri" panose="020F0502020204030204" pitchFamily="34" charset="0"/>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a:lstStyle>
            <a:lvl1pPr algn="ctr">
              <a:defRPr sz="3200">
                <a:solidFill>
                  <a:srgbClr val="333333"/>
                </a:solidFill>
              </a:defRPr>
            </a:lvl1pPr>
          </a:lstStyle>
          <a:p>
            <a:r>
              <a:rPr lang="en-US"/>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4523D-F172-4B1F-60E4-31852B46AA9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36BCEF-F7D4-1629-F910-EF6ECC55B7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FDF1AC4-79A0-9987-C1A4-B5CD6BE4BBE5}"/>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5" name="Footer Placeholder 4">
            <a:extLst>
              <a:ext uri="{FF2B5EF4-FFF2-40B4-BE49-F238E27FC236}">
                <a16:creationId xmlns:a16="http://schemas.microsoft.com/office/drawing/2014/main" id="{0254E822-45FE-E042-A378-02E06F6959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0E1A3F-A92C-3533-286F-5C6FB689A56A}"/>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15775518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B247E-4522-EC69-928E-E92456AF98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40D33B-5A28-E10F-29E3-E1F987A4E3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C267F3-DC8D-C687-CB4F-C035B48C6367}"/>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5" name="Footer Placeholder 4">
            <a:extLst>
              <a:ext uri="{FF2B5EF4-FFF2-40B4-BE49-F238E27FC236}">
                <a16:creationId xmlns:a16="http://schemas.microsoft.com/office/drawing/2014/main" id="{2380A0F3-1789-13FC-229B-27DB6BAA1E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709095-01A2-D077-23C6-9A9AA203D740}"/>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1148876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95D4F-7BF0-F370-553A-91D5193549B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BDC931-4F85-858F-C743-315DB523F5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19FB1D-F350-7C85-D845-E4C77C1698F7}"/>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5" name="Footer Placeholder 4">
            <a:extLst>
              <a:ext uri="{FF2B5EF4-FFF2-40B4-BE49-F238E27FC236}">
                <a16:creationId xmlns:a16="http://schemas.microsoft.com/office/drawing/2014/main" id="{27AD6DB2-A9B6-6867-A4A4-D9C675BDC1E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075EE0-FF30-1459-44A0-594263DE36E6}"/>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69841300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B449E-F69E-5B5B-854C-F3E7B2A6135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42AD67C-466B-4F19-7EEE-5F6CC5E52CB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5DB024-B508-1210-510B-8BADF614D9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E501E92-F052-A43D-CC95-CA40162E698D}"/>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6" name="Footer Placeholder 5">
            <a:extLst>
              <a:ext uri="{FF2B5EF4-FFF2-40B4-BE49-F238E27FC236}">
                <a16:creationId xmlns:a16="http://schemas.microsoft.com/office/drawing/2014/main" id="{4D4F4C01-548E-7F67-C4BE-7A80454468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F7EE6-8EAB-4140-8F40-CE2B1A8619B0}"/>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12568459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930F3-1E3C-2A22-B2EF-A08531539D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23BB11F-FA5B-98CD-138C-0BE1F4181B0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D9245FB-58D0-EB23-6E96-099E72F519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5C651B7-08AF-B7C7-5945-42972057875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EF0DFA-6C2C-C340-7346-707DF019995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C1E2FC-9F72-A8A1-6EC3-90D0FA5A05D4}"/>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8" name="Footer Placeholder 7">
            <a:extLst>
              <a:ext uri="{FF2B5EF4-FFF2-40B4-BE49-F238E27FC236}">
                <a16:creationId xmlns:a16="http://schemas.microsoft.com/office/drawing/2014/main" id="{3D064ADD-45E1-B72F-5E52-A3469B2E037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2877064-9556-B975-A74F-1DFD4E29E4A8}"/>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392517727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93E72-628F-5173-DFF4-CEC2C339F2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DB78EA-FD5C-CE64-541D-5578E26EB309}"/>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4" name="Footer Placeholder 3">
            <a:extLst>
              <a:ext uri="{FF2B5EF4-FFF2-40B4-BE49-F238E27FC236}">
                <a16:creationId xmlns:a16="http://schemas.microsoft.com/office/drawing/2014/main" id="{CB2C6D19-FC10-BDD5-46D9-8FB8C67036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3CAAA5-461A-9754-94F7-42E14A9EE7C9}"/>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326516256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61A1FC-8E58-DEF4-1B51-CCD76E752165}"/>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3" name="Footer Placeholder 2">
            <a:extLst>
              <a:ext uri="{FF2B5EF4-FFF2-40B4-BE49-F238E27FC236}">
                <a16:creationId xmlns:a16="http://schemas.microsoft.com/office/drawing/2014/main" id="{1FF5279D-D412-E5E1-D4B7-3DDF5457B58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071EB45-BE9D-8735-7CFA-D451AD1E6A62}"/>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26134948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49F2CF-B60F-2940-4C40-4525BF9CD34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F88EFF-B2CD-D41F-838C-18D98D19407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9145BD-C63D-8BB4-8A4E-10075AABEB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9D8158-399A-4C5B-0259-55B9D65CC874}"/>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6" name="Footer Placeholder 5">
            <a:extLst>
              <a:ext uri="{FF2B5EF4-FFF2-40B4-BE49-F238E27FC236}">
                <a16:creationId xmlns:a16="http://schemas.microsoft.com/office/drawing/2014/main" id="{1D8C9089-66EE-7CE9-3680-669C2BE2728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C80AD8-BEF8-9460-A408-7847D9AFBF0A}"/>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5892023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460F2-39F3-F600-03A8-30E72D6DC8E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952064F-C814-9D43-05ED-8BB55AC611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6E12C4F-2834-A91D-8400-907F0CF0C2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58BFB5-8815-AC76-1367-6D0FA1F10897}"/>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6" name="Footer Placeholder 5">
            <a:extLst>
              <a:ext uri="{FF2B5EF4-FFF2-40B4-BE49-F238E27FC236}">
                <a16:creationId xmlns:a16="http://schemas.microsoft.com/office/drawing/2014/main" id="{09F6152E-DA5F-C1ED-FC1B-A9455DBA6F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CA901C-F2F6-2539-EDC8-4AD9210BC921}"/>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19564979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11DD8-B902-90F6-8418-3AA260D46A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34A652E-6E90-E9AF-4219-3809AE7C152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0B5FAC-165E-6C19-ED19-54CD7C1AF0AF}"/>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5" name="Footer Placeholder 4">
            <a:extLst>
              <a:ext uri="{FF2B5EF4-FFF2-40B4-BE49-F238E27FC236}">
                <a16:creationId xmlns:a16="http://schemas.microsoft.com/office/drawing/2014/main" id="{502EAF06-1B13-F399-740C-206C3C704D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E0E0D0-2A87-3356-1F26-49D2477DF1D8}"/>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36831404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E8724F-E71C-FE41-D806-08F127AD06C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2D9DDE8-67DF-FB6B-85F2-452AB53DC6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D2B33B-2B0A-2717-5BB2-1BB713256AB4}"/>
              </a:ext>
            </a:extLst>
          </p:cNvPr>
          <p:cNvSpPr>
            <a:spLocks noGrp="1"/>
          </p:cNvSpPr>
          <p:nvPr>
            <p:ph type="dt" sz="half" idx="10"/>
          </p:nvPr>
        </p:nvSpPr>
        <p:spPr/>
        <p:txBody>
          <a:bodyPr/>
          <a:lstStyle/>
          <a:p>
            <a:fld id="{C0D58C88-4573-421A-8F66-C17859CF0E9D}" type="datetimeFigureOut">
              <a:rPr lang="en-US" smtClean="0"/>
              <a:t>7/17/2026</a:t>
            </a:fld>
            <a:endParaRPr lang="en-US"/>
          </a:p>
        </p:txBody>
      </p:sp>
      <p:sp>
        <p:nvSpPr>
          <p:cNvPr id="5" name="Footer Placeholder 4">
            <a:extLst>
              <a:ext uri="{FF2B5EF4-FFF2-40B4-BE49-F238E27FC236}">
                <a16:creationId xmlns:a16="http://schemas.microsoft.com/office/drawing/2014/main" id="{81CA8F2A-364B-E33D-98BE-E7E545865B4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EBB1CA-034E-BB04-0DC1-D2C6207FDD97}"/>
              </a:ext>
            </a:extLst>
          </p:cNvPr>
          <p:cNvSpPr>
            <a:spLocks noGrp="1"/>
          </p:cNvSpPr>
          <p:nvPr>
            <p:ph type="sldNum" sz="quarter" idx="12"/>
          </p:nvPr>
        </p:nvSpPr>
        <p:spPr/>
        <p:txBody>
          <a:bodyPr/>
          <a:lstStyle/>
          <a:p>
            <a:fld id="{BDC5612E-C430-4BF3-A547-ED4FDC139C8B}" type="slidenum">
              <a:rPr lang="en-US" smtClean="0"/>
              <a:t>‹#›</a:t>
            </a:fld>
            <a:endParaRPr lang="en-US"/>
          </a:p>
        </p:txBody>
      </p:sp>
    </p:spTree>
    <p:extLst>
      <p:ext uri="{BB962C8B-B14F-4D97-AF65-F5344CB8AC3E}">
        <p14:creationId xmlns:p14="http://schemas.microsoft.com/office/powerpoint/2010/main" val="39602312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87962489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21682185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11406601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1BF9AB-9E8E-47BE-8695-0C4FF9F1D8AA}"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145320242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1BF9AB-9E8E-47BE-8695-0C4FF9F1D8AA}"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25955706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1BF9AB-9E8E-47BE-8695-0C4FF9F1D8AA}"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39417260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1BF9AB-9E8E-47BE-8695-0C4FF9F1D8AA}"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218075220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1BF9AB-9E8E-47BE-8695-0C4FF9F1D8AA}"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85297855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1BF9AB-9E8E-47BE-8695-0C4FF9F1D8AA}"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40788461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33662721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423430829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7" name="文本框"/>
          <p:cNvSpPr>
            <a:spLocks noGrp="1"/>
          </p:cNvSpPr>
          <p:nvPr>
            <p:ph type="dt" idx="10"/>
          </p:nvPr>
        </p:nvSpPr>
        <p:spPr>
          <a:xfrm>
            <a:off x="838200" y="6356349"/>
            <a:ext cx="2743200" cy="365125"/>
          </a:xfrm>
          <a:prstGeom prst="rect">
            <a:avLst/>
          </a:prstGeom>
          <a:noFill/>
          <a:ln cap="flat" cmpd="sng">
            <a:noFill/>
            <a:prstDash val="solid"/>
            <a:miter/>
          </a:ln>
        </p:spPr>
        <p:txBody>
          <a:bodyPr vert="horz" wrap="square" lIns="91440" tIns="45720" rIns="91440" bIns="45720" anchor="ctr" anchorCtr="0"/>
          <a:lstStyle/>
          <a:p>
            <a:pPr algn="l"/>
            <a:endParaRPr lang="zh-CN" altLang="en-US" sz="1200">
              <a:solidFill>
                <a:srgbClr val="898989"/>
              </a:solidFill>
              <a:latin typeface="Calibri" panose="020F0502020204030204" pitchFamily="34" charset="0"/>
              <a:ea typeface="等线" charset="0"/>
              <a:cs typeface="Calibri" panose="020F0502020204030204" pitchFamily="34" charset="0"/>
            </a:endParaRPr>
          </a:p>
        </p:txBody>
      </p:sp>
      <p:sp>
        <p:nvSpPr>
          <p:cNvPr id="8" name="文本框"/>
          <p:cNvSpPr>
            <a:spLocks noGrp="1"/>
          </p:cNvSpPr>
          <p:nvPr>
            <p:ph type="ftr"/>
          </p:nvPr>
        </p:nvSpPr>
        <p:spPr>
          <a:xfrm>
            <a:off x="4038600" y="6356349"/>
            <a:ext cx="4114800" cy="365125"/>
          </a:xfrm>
          <a:prstGeom prst="rect">
            <a:avLst/>
          </a:prstGeom>
          <a:noFill/>
          <a:ln cap="flat" cmpd="sng">
            <a:noFill/>
            <a:prstDash val="solid"/>
            <a:miter/>
          </a:ln>
        </p:spPr>
        <p:txBody>
          <a:bodyPr vert="horz" wrap="square" lIns="91440" tIns="45720" rIns="91440" bIns="45720" anchor="ctr" anchorCtr="0"/>
          <a:lstStyle/>
          <a:p>
            <a:pPr algn="ctr"/>
            <a:endParaRPr lang="zh-CN" altLang="en-US" sz="1200">
              <a:solidFill>
                <a:srgbClr val="898989"/>
              </a:solidFill>
              <a:latin typeface="Calibri" panose="020F0502020204030204" pitchFamily="34" charset="0"/>
              <a:ea typeface="等线" charset="0"/>
              <a:cs typeface="Calibri" panose="020F0502020204030204" pitchFamily="34" charset="0"/>
            </a:endParaRPr>
          </a:p>
        </p:txBody>
      </p:sp>
      <p:sp>
        <p:nvSpPr>
          <p:cNvPr id="9" name="文本框"/>
          <p:cNvSpPr>
            <a:spLocks noGrp="1"/>
          </p:cNvSpPr>
          <p:nvPr>
            <p:ph type="sldNum"/>
          </p:nvPr>
        </p:nvSpPr>
        <p:spPr>
          <a:xfrm>
            <a:off x="8610600" y="6356349"/>
            <a:ext cx="2743200" cy="365125"/>
          </a:xfrm>
          <a:prstGeom prst="rect">
            <a:avLst/>
          </a:prstGeom>
          <a:noFill/>
          <a:ln cap="flat" cmpd="sng">
            <a:noFill/>
            <a:prstDash val="solid"/>
            <a:miter/>
          </a:ln>
        </p:spPr>
        <p:txBody>
          <a:bodyPr vert="horz" wrap="square" lIns="91440" tIns="45720" rIns="91440" bIns="45720" anchor="ctr" anchorCtr="0"/>
          <a:lstStyle/>
          <a:p>
            <a:pPr algn="r"/>
            <a:fld id="{CAD2D6BD-DE1B-4B5F-8B41-2702339687B9}" type="slidenum">
              <a:rPr lang="en-US" altLang="zh-CN" sz="1200" b="0" i="0" u="none" strike="noStrike" kern="1200" cap="none" spc="0" baseline="0">
                <a:solidFill>
                  <a:srgbClr val="898989"/>
                </a:solidFill>
                <a:latin typeface="Calibri" panose="020F0502020204030204" pitchFamily="34" charset="0"/>
                <a:ea typeface="等线" charset="0"/>
                <a:cs typeface="Calibri" panose="020F0502020204030204" pitchFamily="34" charset="0"/>
              </a:rPr>
              <a:t>‹#›</a:t>
            </a:fld>
            <a:endParaRPr lang="zh-CN" altLang="en-US" sz="1200">
              <a:solidFill>
                <a:srgbClr val="898989"/>
              </a:solidFill>
              <a:latin typeface="Calibri" panose="020F0502020204030204" pitchFamily="34" charset="0"/>
              <a:ea typeface="等线" charset="0"/>
              <a:cs typeface="Calibri" panose="020F0502020204030204" pitchFamily="34" charset="0"/>
            </a:endParaRPr>
          </a:p>
        </p:txBody>
      </p:sp>
    </p:spTree>
    <p:extLst>
      <p:ext uri="{BB962C8B-B14F-4D97-AF65-F5344CB8AC3E}">
        <p14:creationId xmlns:p14="http://schemas.microsoft.com/office/powerpoint/2010/main" val="40902285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a:lstStyle>
            <a:lvl1pPr algn="ctr">
              <a:defRPr sz="3200">
                <a:solidFill>
                  <a:srgbClr val="333333"/>
                </a:solidFill>
              </a:defRPr>
            </a:lvl1pPr>
          </a:lstStyle>
          <a:p>
            <a:r>
              <a:rPr lang="en-US"/>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extLst>
      <p:ext uri="{BB962C8B-B14F-4D97-AF65-F5344CB8AC3E}">
        <p14:creationId xmlns:p14="http://schemas.microsoft.com/office/powerpoint/2010/main" val="339057650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21162247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399675713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16595035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31BF9AB-9E8E-47BE-8695-0C4FF9F1D8AA}"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30271022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1BF9AB-9E8E-47BE-8695-0C4FF9F1D8AA}" type="datetimeFigureOut">
              <a:rPr lang="en-US" smtClean="0"/>
              <a:t>7/17/2026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166984401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31BF9AB-9E8E-47BE-8695-0C4FF9F1D8AA}" type="datetimeFigureOut">
              <a:rPr lang="en-US" smtClean="0"/>
              <a:t>7/17/2026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30607806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1BF9AB-9E8E-47BE-8695-0C4FF9F1D8AA}" type="datetimeFigureOut">
              <a:rPr lang="en-US" smtClean="0"/>
              <a:t>7/17/2026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123901594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1BF9AB-9E8E-47BE-8695-0C4FF9F1D8AA}"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31244377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31BF9AB-9E8E-47BE-8695-0C4FF9F1D8AA}" type="datetimeFigureOut">
              <a:rPr lang="en-US" smtClean="0"/>
              <a:t>7/17/2026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175091985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63786486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1BF9AB-9E8E-47BE-8695-0C4FF9F1D8AA}" type="datetimeFigureOut">
              <a:rPr lang="en-US" smtClean="0"/>
              <a:t>7/17/2026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D93BC8-6744-4676-A085-46B3DA1528A3}" type="slidenum">
              <a:rPr lang="en-US" smtClean="0"/>
              <a:t>‹#›</a:t>
            </a:fld>
            <a:endParaRPr lang="en-US"/>
          </a:p>
        </p:txBody>
      </p:sp>
    </p:spTree>
    <p:extLst>
      <p:ext uri="{BB962C8B-B14F-4D97-AF65-F5344CB8AC3E}">
        <p14:creationId xmlns:p14="http://schemas.microsoft.com/office/powerpoint/2010/main" val="34369729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7" name="文本框"/>
          <p:cNvSpPr>
            <a:spLocks noGrp="1"/>
          </p:cNvSpPr>
          <p:nvPr>
            <p:ph type="dt" idx="10"/>
          </p:nvPr>
        </p:nvSpPr>
        <p:spPr>
          <a:xfrm>
            <a:off x="838200" y="6356349"/>
            <a:ext cx="2743200" cy="365125"/>
          </a:xfrm>
          <a:prstGeom prst="rect">
            <a:avLst/>
          </a:prstGeom>
          <a:noFill/>
          <a:ln cap="flat" cmpd="sng">
            <a:noFill/>
            <a:prstDash val="solid"/>
            <a:miter/>
          </a:ln>
        </p:spPr>
        <p:txBody>
          <a:bodyPr vert="horz" wrap="square" lIns="91440" tIns="45720" rIns="91440" bIns="45720" anchor="ctr" anchorCtr="0"/>
          <a:lstStyle/>
          <a:p>
            <a:pPr algn="l"/>
            <a:endParaRPr lang="zh-CN" altLang="en-US" sz="1200">
              <a:solidFill>
                <a:srgbClr val="898989"/>
              </a:solidFill>
              <a:latin typeface="Calibri" panose="020F0502020204030204" pitchFamily="34" charset="0"/>
              <a:ea typeface="等线" charset="0"/>
              <a:cs typeface="Calibri" panose="020F0502020204030204" pitchFamily="34" charset="0"/>
            </a:endParaRPr>
          </a:p>
        </p:txBody>
      </p:sp>
      <p:sp>
        <p:nvSpPr>
          <p:cNvPr id="8" name="文本框"/>
          <p:cNvSpPr>
            <a:spLocks noGrp="1"/>
          </p:cNvSpPr>
          <p:nvPr>
            <p:ph type="ftr"/>
          </p:nvPr>
        </p:nvSpPr>
        <p:spPr>
          <a:xfrm>
            <a:off x="4038600" y="6356349"/>
            <a:ext cx="4114800" cy="365125"/>
          </a:xfrm>
          <a:prstGeom prst="rect">
            <a:avLst/>
          </a:prstGeom>
          <a:noFill/>
          <a:ln cap="flat" cmpd="sng">
            <a:noFill/>
            <a:prstDash val="solid"/>
            <a:miter/>
          </a:ln>
        </p:spPr>
        <p:txBody>
          <a:bodyPr vert="horz" wrap="square" lIns="91440" tIns="45720" rIns="91440" bIns="45720" anchor="ctr" anchorCtr="0"/>
          <a:lstStyle/>
          <a:p>
            <a:pPr algn="ctr"/>
            <a:endParaRPr lang="zh-CN" altLang="en-US" sz="1200">
              <a:solidFill>
                <a:srgbClr val="898989"/>
              </a:solidFill>
              <a:latin typeface="Calibri" panose="020F0502020204030204" pitchFamily="34" charset="0"/>
              <a:ea typeface="等线" charset="0"/>
              <a:cs typeface="Calibri" panose="020F0502020204030204" pitchFamily="34" charset="0"/>
            </a:endParaRPr>
          </a:p>
        </p:txBody>
      </p:sp>
      <p:sp>
        <p:nvSpPr>
          <p:cNvPr id="9" name="文本框"/>
          <p:cNvSpPr>
            <a:spLocks noGrp="1"/>
          </p:cNvSpPr>
          <p:nvPr>
            <p:ph type="sldNum"/>
          </p:nvPr>
        </p:nvSpPr>
        <p:spPr>
          <a:xfrm>
            <a:off x="8610600" y="6356349"/>
            <a:ext cx="2743200" cy="365125"/>
          </a:xfrm>
          <a:prstGeom prst="rect">
            <a:avLst/>
          </a:prstGeom>
          <a:noFill/>
          <a:ln cap="flat" cmpd="sng">
            <a:noFill/>
            <a:prstDash val="solid"/>
            <a:miter/>
          </a:ln>
        </p:spPr>
        <p:txBody>
          <a:bodyPr vert="horz" wrap="square" lIns="91440" tIns="45720" rIns="91440" bIns="45720" anchor="ctr" anchorCtr="0"/>
          <a:lstStyle/>
          <a:p>
            <a:pPr algn="r"/>
            <a:fld id="{CAD2D6BD-DE1B-4B5F-8B41-2702339687B9}" type="slidenum">
              <a:rPr lang="en-US" altLang="zh-CN" sz="1200" b="0" i="0" u="none" strike="noStrike" kern="1200" cap="none" spc="0" baseline="0">
                <a:solidFill>
                  <a:srgbClr val="898989"/>
                </a:solidFill>
                <a:latin typeface="Calibri" panose="020F0502020204030204" pitchFamily="34" charset="0"/>
                <a:ea typeface="等线" charset="0"/>
                <a:cs typeface="Calibri" panose="020F0502020204030204" pitchFamily="34" charset="0"/>
              </a:rPr>
              <a:t>‹#›</a:t>
            </a:fld>
            <a:endParaRPr lang="zh-CN" altLang="en-US" sz="1200">
              <a:solidFill>
                <a:srgbClr val="898989"/>
              </a:solidFill>
              <a:latin typeface="Calibri" panose="020F0502020204030204" pitchFamily="34" charset="0"/>
              <a:ea typeface="等线" charset="0"/>
              <a:cs typeface="Calibri" panose="020F0502020204030204" pitchFamily="34" charset="0"/>
            </a:endParaRPr>
          </a:p>
        </p:txBody>
      </p:sp>
    </p:spTree>
    <p:extLst>
      <p:ext uri="{BB962C8B-B14F-4D97-AF65-F5344CB8AC3E}">
        <p14:creationId xmlns:p14="http://schemas.microsoft.com/office/powerpoint/2010/main" val="17286023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p:txBody>
          <a:bodyPr/>
          <a:lstStyle>
            <a:lvl1pPr algn="ctr">
              <a:defRPr sz="3200">
                <a:solidFill>
                  <a:srgbClr val="333333"/>
                </a:solidFill>
              </a:defRPr>
            </a:lvl1pPr>
          </a:lstStyle>
          <a:p>
            <a:r>
              <a:rPr lang="en-US"/>
              <a:t>Click to add title</a:t>
            </a:r>
          </a:p>
        </p:txBody>
      </p:sp>
      <p:sp>
        <p:nvSpPr>
          <p:cNvPr id="3" name="日期占位符 2"/>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p>
        </p:txBody>
      </p:sp>
      <p:sp>
        <p:nvSpPr>
          <p:cNvPr id="4" name="页脚占位符 3"/>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dirty="0"/>
          </a:p>
        </p:txBody>
      </p:sp>
      <p:sp>
        <p:nvSpPr>
          <p:cNvPr id="5" name="灯片编号占位符 4"/>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49AE70B2-8BF9-45C0-BB95-33D1B9D3A854}" type="slidenum">
              <a:rPr lang="en-US" smtClean="0"/>
              <a:t>‹#›</a:t>
            </a:fld>
            <a:endParaRPr lang="en-US" dirty="0"/>
          </a:p>
        </p:txBody>
      </p:sp>
    </p:spTree>
    <p:extLst>
      <p:ext uri="{BB962C8B-B14F-4D97-AF65-F5344CB8AC3E}">
        <p14:creationId xmlns:p14="http://schemas.microsoft.com/office/powerpoint/2010/main" val="401795189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0BD8B-F390-8825-E2D2-7C1B34DAF21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AE35C47-7AD3-CD3E-85C3-1590121922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6FEECA5-B801-F995-3190-D9019C13DCA8}"/>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5" name="Footer Placeholder 4">
            <a:extLst>
              <a:ext uri="{FF2B5EF4-FFF2-40B4-BE49-F238E27FC236}">
                <a16:creationId xmlns:a16="http://schemas.microsoft.com/office/drawing/2014/main" id="{152E3AC7-4089-054B-BFC8-DB4930230F6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91ABBE-622B-0B09-5F53-62AFC29D64F1}"/>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314802420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FA0F94-A4E0-5EFE-05DF-4D283DF50D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8657128-3C7F-9EBD-1F85-EE143AF3EA7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6AA033-6F66-FFC9-0433-433226055C12}"/>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5" name="Footer Placeholder 4">
            <a:extLst>
              <a:ext uri="{FF2B5EF4-FFF2-40B4-BE49-F238E27FC236}">
                <a16:creationId xmlns:a16="http://schemas.microsoft.com/office/drawing/2014/main" id="{57C3B928-E818-8502-A008-11F07846C6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B7E98F9-0639-9BD9-028A-6E4584CDDED0}"/>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407465931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62737-F440-9240-42CB-B062CB9ECB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5FF30F-771B-A91C-742B-DD76CD47A03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13890C-DDF1-DC34-8A0F-213A008B4761}"/>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5" name="Footer Placeholder 4">
            <a:extLst>
              <a:ext uri="{FF2B5EF4-FFF2-40B4-BE49-F238E27FC236}">
                <a16:creationId xmlns:a16="http://schemas.microsoft.com/office/drawing/2014/main" id="{B8592286-9CE1-EBA4-444E-AFC877C932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203913-47EF-D98C-BECC-9CCC884A3600}"/>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29864496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68D3A8-CA56-FF8A-F397-B83EB4BB9E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7D3022-2E37-04E7-8A4F-72647A3C6DF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8E77A2-5C81-10EA-E27F-CD3E5293135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49B2F41-08A1-D6C7-3C83-75972670907E}"/>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6" name="Footer Placeholder 5">
            <a:extLst>
              <a:ext uri="{FF2B5EF4-FFF2-40B4-BE49-F238E27FC236}">
                <a16:creationId xmlns:a16="http://schemas.microsoft.com/office/drawing/2014/main" id="{ED0A4ED2-7C64-CD73-0E1A-C2A9048837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72F3D23-7879-D813-90B5-3E22EC92F500}"/>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405856692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7340F-9FEF-9F32-8326-3A34A4C0D56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0ACDCE-6FF6-7FB7-5984-A368FCC4CC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16A126-645A-7433-19FA-630260CC4A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360B6EB-91F8-4E31-6FEB-6F9721C2AD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C2C1F5-2975-3202-7B0C-D659969856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3580E97-A258-8156-70EB-DA2F86B073C7}"/>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8" name="Footer Placeholder 7">
            <a:extLst>
              <a:ext uri="{FF2B5EF4-FFF2-40B4-BE49-F238E27FC236}">
                <a16:creationId xmlns:a16="http://schemas.microsoft.com/office/drawing/2014/main" id="{6724EC94-1DEE-9C93-79EF-E3C1C910EE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488E461-B4B2-1BAC-5471-75352536E5D4}"/>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54545560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01F7C-CC59-8936-E9BF-59686677E22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7EF4E4B-F53F-C070-5CC6-DA97D770948C}"/>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4" name="Footer Placeholder 3">
            <a:extLst>
              <a:ext uri="{FF2B5EF4-FFF2-40B4-BE49-F238E27FC236}">
                <a16:creationId xmlns:a16="http://schemas.microsoft.com/office/drawing/2014/main" id="{868F77ED-FEB9-6A84-1232-ADE56D254B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1523D63-5738-681B-A416-B424AB7A97EF}"/>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363404919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0D54C51-F267-80DB-3AE3-3904F75BE1A6}"/>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3" name="Footer Placeholder 2">
            <a:extLst>
              <a:ext uri="{FF2B5EF4-FFF2-40B4-BE49-F238E27FC236}">
                <a16:creationId xmlns:a16="http://schemas.microsoft.com/office/drawing/2014/main" id="{A0FC9CEA-8546-2DD8-62AC-D0D6C26A98A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20DB7F1-4F2A-D9A1-52F7-F37505CC8F8B}"/>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304301499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F2179-DC90-F1AA-A03B-9B0D65A449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F877A0-8852-D559-345E-E4CA6086FC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A758C8-5187-1D8B-5A04-592CBA236E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D24AE3-0BA4-F7DF-340B-30FF1692CDC3}"/>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6" name="Footer Placeholder 5">
            <a:extLst>
              <a:ext uri="{FF2B5EF4-FFF2-40B4-BE49-F238E27FC236}">
                <a16:creationId xmlns:a16="http://schemas.microsoft.com/office/drawing/2014/main" id="{125F1F3B-45EE-1D3F-E200-023B96FC4F2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7F31798-F22A-6FCA-77D6-DF46055C3C55}"/>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2879335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AEF8C-2F6F-BD88-17FE-8F41E67582C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CF0154B-0754-BE0E-09E8-76E0132641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97D479A-AC7C-8628-A237-196F7EAC59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4021BD2-2D62-069A-2FFB-D6C4A173E25C}"/>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6" name="Footer Placeholder 5">
            <a:extLst>
              <a:ext uri="{FF2B5EF4-FFF2-40B4-BE49-F238E27FC236}">
                <a16:creationId xmlns:a16="http://schemas.microsoft.com/office/drawing/2014/main" id="{9FAFCC4E-C8D9-4D2B-A732-BD215413C2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1DEDC0C-DB02-CCE0-8335-8FF80C364E13}"/>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157994675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743DB-A76D-E8A8-6F36-80AD53BF14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DD21D0-78D5-0CF3-5CC6-987A09D8281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ACEE09-CFD6-18F9-6AB9-42D0099A9997}"/>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5" name="Footer Placeholder 4">
            <a:extLst>
              <a:ext uri="{FF2B5EF4-FFF2-40B4-BE49-F238E27FC236}">
                <a16:creationId xmlns:a16="http://schemas.microsoft.com/office/drawing/2014/main" id="{F5147144-2320-BF3E-EE08-6DDF35FAEA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0E047-DDE2-51F6-C972-FC513710BFEC}"/>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41407996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E3B380-CA45-53F1-5ABF-D04CA8CF5F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3A24C6C-86B3-47CC-B0E8-9254376010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851A1D-DF64-6C1A-33FA-FCBB4798F060}"/>
              </a:ext>
            </a:extLst>
          </p:cNvPr>
          <p:cNvSpPr>
            <a:spLocks noGrp="1"/>
          </p:cNvSpPr>
          <p:nvPr>
            <p:ph type="dt" sz="half" idx="10"/>
          </p:nvPr>
        </p:nvSpPr>
        <p:spPr/>
        <p:txBody>
          <a:bodyPr/>
          <a:lstStyle/>
          <a:p>
            <a:fld id="{F701CC0E-91DB-4F69-BFB2-7B4D00D29708}" type="datetimeFigureOut">
              <a:rPr lang="en-US" smtClean="0"/>
              <a:t>7/17/2026</a:t>
            </a:fld>
            <a:endParaRPr lang="en-US"/>
          </a:p>
        </p:txBody>
      </p:sp>
      <p:sp>
        <p:nvSpPr>
          <p:cNvPr id="5" name="Footer Placeholder 4">
            <a:extLst>
              <a:ext uri="{FF2B5EF4-FFF2-40B4-BE49-F238E27FC236}">
                <a16:creationId xmlns:a16="http://schemas.microsoft.com/office/drawing/2014/main" id="{4E6EBEFE-6DCC-7441-37F1-208E376242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9717E2-86A9-04DA-6535-A8CEBBF4961C}"/>
              </a:ext>
            </a:extLst>
          </p:cNvPr>
          <p:cNvSpPr>
            <a:spLocks noGrp="1"/>
          </p:cNvSpPr>
          <p:nvPr>
            <p:ph type="sldNum" sz="quarter" idx="12"/>
          </p:nvPr>
        </p:nvSpPr>
        <p:spPr/>
        <p:txBody>
          <a:bodyPr/>
          <a:lstStyle/>
          <a:p>
            <a:fld id="{2B7836D0-13F8-40A5-AA72-622EBD112FD8}" type="slidenum">
              <a:rPr lang="en-US" smtClean="0"/>
              <a:t>‹#›</a:t>
            </a:fld>
            <a:endParaRPr lang="en-US"/>
          </a:p>
        </p:txBody>
      </p:sp>
    </p:spTree>
    <p:extLst>
      <p:ext uri="{BB962C8B-B14F-4D97-AF65-F5344CB8AC3E}">
        <p14:creationId xmlns:p14="http://schemas.microsoft.com/office/powerpoint/2010/main" val="4094450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theme" Target="../theme/theme5.xml"/><Relationship Id="rId2" Type="http://schemas.openxmlformats.org/officeDocument/2006/relationships/slideLayout" Target="../slideLayouts/slideLayout52.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1BF9AB-9E8E-47BE-8695-0C4FF9F1D8AA}" type="datetimeFigureOut">
              <a:rPr lang="en-US" smtClean="0"/>
              <a:t>7/17/2026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D93BC8-6744-4676-A085-46B3DA1528A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D0A7A95-C80C-CAF1-E4B4-4C8FD18FA25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BB9B601-990A-ACB3-B801-C009EED899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5ACF40-8E48-AA2F-68E4-8199CD2297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D58C88-4573-421A-8F66-C17859CF0E9D}" type="datetimeFigureOut">
              <a:rPr lang="en-US" smtClean="0"/>
              <a:t>7/17/2026</a:t>
            </a:fld>
            <a:endParaRPr lang="en-US"/>
          </a:p>
        </p:txBody>
      </p:sp>
      <p:sp>
        <p:nvSpPr>
          <p:cNvPr id="5" name="Footer Placeholder 4">
            <a:extLst>
              <a:ext uri="{FF2B5EF4-FFF2-40B4-BE49-F238E27FC236}">
                <a16:creationId xmlns:a16="http://schemas.microsoft.com/office/drawing/2014/main" id="{3EC2FD8D-556B-D739-65C7-26D94BDABE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E58A510-444B-651E-602A-596F45FEFC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DC5612E-C430-4BF3-A547-ED4FDC139C8B}" type="slidenum">
              <a:rPr lang="en-US" smtClean="0"/>
              <a:t>‹#›</a:t>
            </a:fld>
            <a:endParaRPr lang="en-US"/>
          </a:p>
        </p:txBody>
      </p:sp>
    </p:spTree>
    <p:extLst>
      <p:ext uri="{BB962C8B-B14F-4D97-AF65-F5344CB8AC3E}">
        <p14:creationId xmlns:p14="http://schemas.microsoft.com/office/powerpoint/2010/main" val="1476772457"/>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1BF9AB-9E8E-47BE-8695-0C4FF9F1D8AA}" type="datetimeFigureOut">
              <a:rPr lang="en-US" smtClean="0"/>
              <a:t>7/17/2026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D93BC8-6744-4676-A085-46B3DA1528A3}" type="slidenum">
              <a:rPr lang="en-US" smtClean="0"/>
              <a:t>‹#›</a:t>
            </a:fld>
            <a:endParaRPr lang="en-US"/>
          </a:p>
        </p:txBody>
      </p:sp>
    </p:spTree>
    <p:extLst>
      <p:ext uri="{BB962C8B-B14F-4D97-AF65-F5344CB8AC3E}">
        <p14:creationId xmlns:p14="http://schemas.microsoft.com/office/powerpoint/2010/main" val="3781917823"/>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1BF9AB-9E8E-47BE-8695-0C4FF9F1D8AA}" type="datetimeFigureOut">
              <a:rPr lang="en-US" smtClean="0"/>
              <a:t>7/17/2026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D93BC8-6744-4676-A085-46B3DA1528A3}" type="slidenum">
              <a:rPr lang="en-US" smtClean="0"/>
              <a:t>‹#›</a:t>
            </a:fld>
            <a:endParaRPr lang="en-US"/>
          </a:p>
        </p:txBody>
      </p:sp>
    </p:spTree>
    <p:extLst>
      <p:ext uri="{BB962C8B-B14F-4D97-AF65-F5344CB8AC3E}">
        <p14:creationId xmlns:p14="http://schemas.microsoft.com/office/powerpoint/2010/main" val="105332895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8BA04A-92C5-2539-BC5D-29E6F90330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026ACA-8A3E-B765-30ED-308980C7C9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5F6DD8-5AFE-4FDC-134D-ECAF66BD70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701CC0E-91DB-4F69-BFB2-7B4D00D29708}" type="datetimeFigureOut">
              <a:rPr lang="en-US" smtClean="0"/>
              <a:t>7/17/2026</a:t>
            </a:fld>
            <a:endParaRPr lang="en-US"/>
          </a:p>
        </p:txBody>
      </p:sp>
      <p:sp>
        <p:nvSpPr>
          <p:cNvPr id="5" name="Footer Placeholder 4">
            <a:extLst>
              <a:ext uri="{FF2B5EF4-FFF2-40B4-BE49-F238E27FC236}">
                <a16:creationId xmlns:a16="http://schemas.microsoft.com/office/drawing/2014/main" id="{60944B01-0C36-D213-DDF3-FBF9041B85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D4796A1-91A4-BC6D-8740-D4425FF065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7836D0-13F8-40A5-AA72-622EBD112FD8}" type="slidenum">
              <a:rPr lang="en-US" smtClean="0"/>
              <a:t>‹#›</a:t>
            </a:fld>
            <a:endParaRPr lang="en-US"/>
          </a:p>
        </p:txBody>
      </p:sp>
    </p:spTree>
    <p:extLst>
      <p:ext uri="{BB962C8B-B14F-4D97-AF65-F5344CB8AC3E}">
        <p14:creationId xmlns:p14="http://schemas.microsoft.com/office/powerpoint/2010/main" val="9619141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4005EBB-D0D2-6A51-43EF-44D07491B33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4059029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8E2F8B2-ADDC-78CD-6400-16727B5CC2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4506420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 name="Rectangle 12"/>
          <p:cNvSpPr/>
          <p:nvPr/>
        </p:nvSpPr>
        <p:spPr>
          <a:xfrm>
            <a:off x="556828" y="1362666"/>
            <a:ext cx="3636010" cy="880110"/>
          </a:xfrm>
          <a:prstGeom prst="rect">
            <a:avLst/>
          </a:prstGeom>
        </p:spPr>
        <p:txBody>
          <a:bodyPr wrap="square">
            <a:spAutoFit/>
          </a:bodyPr>
          <a:lstStyle/>
          <a:p>
            <a:pPr marL="0" marR="0" lvl="0" indent="0" algn="ctr" defTabSz="914400" rtl="0" eaLnBrk="1" fontAlgn="auto" latinLnBrk="0" hangingPunct="1">
              <a:lnSpc>
                <a:spcPct val="90000"/>
              </a:lnSpc>
              <a:spcBef>
                <a:spcPts val="0"/>
              </a:spcBef>
              <a:spcAft>
                <a:spcPts val="0"/>
              </a:spcAft>
              <a:buClrTx/>
              <a:buSzTx/>
              <a:buFontTx/>
              <a:buNone/>
              <a:defRPr/>
            </a:pPr>
            <a:r>
              <a:rPr lang="en-US" sz="1900" b="1" i="0" u="none" strike="noStrike" dirty="0">
                <a:effectLst/>
                <a:latin typeface="Calibri" panose="020F0502020204030204" pitchFamily="34" charset="0"/>
              </a:rPr>
              <a:t> </a:t>
            </a:r>
            <a:r>
              <a:rPr lang="en-US" sz="1900" b="1" dirty="0">
                <a:latin typeface="Calibri" panose="020F0502020204030204" pitchFamily="34" charset="0"/>
              </a:rPr>
              <a:t>NAME : S.HARSHA VARDHAN REDDY</a:t>
            </a:r>
          </a:p>
          <a:p>
            <a:pPr marL="0" marR="0" lvl="0" indent="0" algn="ctr" defTabSz="914400" rtl="0" eaLnBrk="1" fontAlgn="auto" latinLnBrk="0" hangingPunct="1">
              <a:lnSpc>
                <a:spcPct val="90000"/>
              </a:lnSpc>
              <a:spcBef>
                <a:spcPts val="0"/>
              </a:spcBef>
              <a:spcAft>
                <a:spcPts val="0"/>
              </a:spcAft>
              <a:buClrTx/>
              <a:buSzTx/>
              <a:buFontTx/>
              <a:buNone/>
              <a:defRPr/>
            </a:pPr>
            <a:r>
              <a:rPr lang="en-US" sz="1900" b="1" i="0" u="none" strike="noStrike" dirty="0">
                <a:effectLst/>
                <a:latin typeface="Calibri" panose="020F0502020204030204" pitchFamily="34" charset="0"/>
              </a:rPr>
              <a:t>REG. NO: 192325029</a:t>
            </a:r>
            <a:endParaRPr kumimoji="0" lang="en-US" sz="1900" b="1" i="0" u="none" strike="noStrike" kern="1200" cap="none" spc="0" normalizeH="0" baseline="0" noProof="0" dirty="0">
              <a:ln>
                <a:noFill/>
              </a:ln>
              <a:effectLst/>
              <a:uLnTx/>
              <a:uFillTx/>
              <a:latin typeface="Calibri" panose="020F0502020204030204" pitchFamily="34" charset="0"/>
              <a:cs typeface="Adobe Devanagari" panose="02040503050201020203" pitchFamily="18" charset="0"/>
            </a:endParaRPr>
          </a:p>
        </p:txBody>
      </p:sp>
      <p:graphicFrame>
        <p:nvGraphicFramePr>
          <p:cNvPr id="7" name="Table 6"/>
          <p:cNvGraphicFramePr>
            <a:graphicFrameLocks noGrp="1"/>
          </p:cNvGraphicFramePr>
          <p:nvPr/>
        </p:nvGraphicFramePr>
        <p:xfrm>
          <a:off x="446732" y="5683055"/>
          <a:ext cx="3746106" cy="629256"/>
        </p:xfrm>
        <a:graphic>
          <a:graphicData uri="http://schemas.openxmlformats.org/drawingml/2006/table">
            <a:tbl>
              <a:tblPr firstRow="1" bandRow="1">
                <a:tableStyleId>{22838BEF-8BB2-4498-84A7-C5851F593DF1}</a:tableStyleId>
              </a:tblPr>
              <a:tblGrid>
                <a:gridCol w="3119752">
                  <a:extLst>
                    <a:ext uri="{9D8B030D-6E8A-4147-A177-3AD203B41FA5}">
                      <a16:colId xmlns:a16="http://schemas.microsoft.com/office/drawing/2014/main" val="20000"/>
                    </a:ext>
                  </a:extLst>
                </a:gridCol>
                <a:gridCol w="626354">
                  <a:extLst>
                    <a:ext uri="{9D8B030D-6E8A-4147-A177-3AD203B41FA5}">
                      <a16:colId xmlns:a16="http://schemas.microsoft.com/office/drawing/2014/main" val="20001"/>
                    </a:ext>
                  </a:extLst>
                </a:gridCol>
              </a:tblGrid>
              <a:tr h="62925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b="1" dirty="0">
                          <a:solidFill>
                            <a:srgbClr val="C00000"/>
                          </a:solidFill>
                        </a:rPr>
                        <a:t>No. of arrear Courses</a:t>
                      </a:r>
                      <a:r>
                        <a:rPr lang="en-US" b="1" baseline="0" dirty="0">
                          <a:solidFill>
                            <a:srgbClr val="C00000"/>
                          </a:solidFill>
                        </a:rPr>
                        <a:t> </a:t>
                      </a:r>
                      <a:endParaRPr lang="en-IN" b="1" dirty="0">
                        <a:solidFill>
                          <a:srgbClr val="C00000"/>
                        </a:solidFill>
                      </a:endParaRPr>
                    </a:p>
                  </a:txBody>
                  <a:tcPr anchor="ctr"/>
                </a:tc>
                <a:tc>
                  <a:txBody>
                    <a:bodyPr/>
                    <a:lstStyle/>
                    <a:p>
                      <a:pPr algn="ctr"/>
                      <a:r>
                        <a:rPr lang="en-IN" b="1" dirty="0">
                          <a:solidFill>
                            <a:schemeClr val="tx1">
                              <a:lumMod val="95000"/>
                              <a:lumOff val="5000"/>
                            </a:schemeClr>
                          </a:solidFill>
                        </a:rPr>
                        <a:t>0</a:t>
                      </a:r>
                    </a:p>
                  </a:txBody>
                  <a:tcPr anchor="ctr"/>
                </a:tc>
                <a:extLst>
                  <a:ext uri="{0D108BD9-81ED-4DB2-BD59-A6C34878D82A}">
                    <a16:rowId xmlns:a16="http://schemas.microsoft.com/office/drawing/2014/main" val="10000"/>
                  </a:ext>
                </a:extLst>
              </a:tr>
            </a:tbl>
          </a:graphicData>
        </a:graphic>
      </p:graphicFrame>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8444" y="2224313"/>
            <a:ext cx="3202681" cy="3271021"/>
          </a:xfrm>
          <a:prstGeom prst="rect">
            <a:avLst/>
          </a:prstGeom>
        </p:spPr>
      </p:pic>
      <p:graphicFrame>
        <p:nvGraphicFramePr>
          <p:cNvPr id="4" name="Table 3">
            <a:extLst>
              <a:ext uri="{FF2B5EF4-FFF2-40B4-BE49-F238E27FC236}">
                <a16:creationId xmlns:a16="http://schemas.microsoft.com/office/drawing/2014/main" id="{995C0339-B2C8-C371-9620-9936C2524F2E}"/>
              </a:ext>
            </a:extLst>
          </p:cNvPr>
          <p:cNvGraphicFramePr>
            <a:graphicFrameLocks noGrp="1"/>
          </p:cNvGraphicFramePr>
          <p:nvPr>
            <p:extLst>
              <p:ext uri="{D42A27DB-BD31-4B8C-83A1-F6EECF244321}">
                <p14:modId xmlns:p14="http://schemas.microsoft.com/office/powerpoint/2010/main" val="950508951"/>
              </p:ext>
            </p:extLst>
          </p:nvPr>
        </p:nvGraphicFramePr>
        <p:xfrm>
          <a:off x="4625485" y="1467281"/>
          <a:ext cx="7242049" cy="1246069"/>
        </p:xfrm>
        <a:graphic>
          <a:graphicData uri="http://schemas.openxmlformats.org/drawingml/2006/table">
            <a:tbl>
              <a:tblPr firstRow="1" bandRow="1">
                <a:tableStyleId>{7DF18680-E054-41AD-8BC1-D1AEF772440D}</a:tableStyleId>
              </a:tblPr>
              <a:tblGrid>
                <a:gridCol w="1466926">
                  <a:extLst>
                    <a:ext uri="{9D8B030D-6E8A-4147-A177-3AD203B41FA5}">
                      <a16:colId xmlns:a16="http://schemas.microsoft.com/office/drawing/2014/main" val="20000"/>
                    </a:ext>
                  </a:extLst>
                </a:gridCol>
                <a:gridCol w="1443780">
                  <a:extLst>
                    <a:ext uri="{9D8B030D-6E8A-4147-A177-3AD203B41FA5}">
                      <a16:colId xmlns:a16="http://schemas.microsoft.com/office/drawing/2014/main" val="20001"/>
                    </a:ext>
                  </a:extLst>
                </a:gridCol>
                <a:gridCol w="1443784">
                  <a:extLst>
                    <a:ext uri="{9D8B030D-6E8A-4147-A177-3AD203B41FA5}">
                      <a16:colId xmlns:a16="http://schemas.microsoft.com/office/drawing/2014/main" val="20002"/>
                    </a:ext>
                  </a:extLst>
                </a:gridCol>
                <a:gridCol w="1443779">
                  <a:extLst>
                    <a:ext uri="{9D8B030D-6E8A-4147-A177-3AD203B41FA5}">
                      <a16:colId xmlns:a16="http://schemas.microsoft.com/office/drawing/2014/main" val="20003"/>
                    </a:ext>
                  </a:extLst>
                </a:gridCol>
                <a:gridCol w="1443780">
                  <a:extLst>
                    <a:ext uri="{9D8B030D-6E8A-4147-A177-3AD203B41FA5}">
                      <a16:colId xmlns:a16="http://schemas.microsoft.com/office/drawing/2014/main" val="20004"/>
                    </a:ext>
                  </a:extLst>
                </a:gridCol>
              </a:tblGrid>
              <a:tr h="346002">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700" b="1" dirty="0">
                          <a:solidFill>
                            <a:srgbClr val="FFFFFF"/>
                          </a:solidFill>
                        </a:rPr>
                        <a:t>SLOT-A-CSA5116 - CRYPTOGRAPHY AND NETWORK SECURITY</a:t>
                      </a:r>
                      <a:endParaRPr lang="en-US" altLang="en-GB" sz="1700" kern="1200" dirty="0">
                        <a:effectLst/>
                      </a:endParaRPr>
                    </a:p>
                  </a:txBody>
                  <a:tcPr marL="90526" marR="90526" marT="45302" marB="45302" anchor="ctr"/>
                </a:tc>
                <a:tc hMerge="1">
                  <a:txBody>
                    <a:bodyPr/>
                    <a:lstStyle/>
                    <a:p>
                      <a:endParaRPr lang="en-US"/>
                    </a:p>
                  </a:txBody>
                  <a:tcPr>
                    <a:solidFill>
                      <a:srgbClr val="00BFB3"/>
                    </a:solidFill>
                  </a:tcPr>
                </a:tc>
                <a:tc hMerge="1">
                  <a:txBody>
                    <a:bodyPr/>
                    <a:lstStyle/>
                    <a:p>
                      <a:endParaRPr lang="en-US"/>
                    </a:p>
                  </a:txBody>
                  <a:tcPr>
                    <a:solidFill>
                      <a:srgbClr val="00BFB3"/>
                    </a:solidFill>
                  </a:tcPr>
                </a:tc>
                <a:tc hMerge="1">
                  <a:txBody>
                    <a:bodyPr/>
                    <a:lstStyle/>
                    <a:p>
                      <a:endParaRPr lang="en-US"/>
                    </a:p>
                  </a:txBody>
                  <a:tcPr>
                    <a:solidFill>
                      <a:srgbClr val="00BFB3"/>
                    </a:solidFill>
                  </a:tcPr>
                </a:tc>
                <a:tc hMerge="1">
                  <a:txBody>
                    <a:bodyPr/>
                    <a:lstStyle/>
                    <a:p>
                      <a:endParaRPr lang="en-US"/>
                    </a:p>
                  </a:txBody>
                  <a:tcPr>
                    <a:solidFill>
                      <a:srgbClr val="00BFB3"/>
                    </a:solidFill>
                  </a:tcPr>
                </a:tc>
                <a:extLst>
                  <a:ext uri="{0D108BD9-81ED-4DB2-BD59-A6C34878D82A}">
                    <a16:rowId xmlns:a16="http://schemas.microsoft.com/office/drawing/2014/main" val="10000"/>
                  </a:ext>
                </a:extLst>
              </a:tr>
              <a:tr h="578334">
                <a:tc>
                  <a:txBody>
                    <a:bodyPr/>
                    <a:lstStyle/>
                    <a:p>
                      <a:pPr algn="ctr"/>
                      <a:endParaRPr lang="en-US" altLang="en-IN" sz="1700" dirty="0"/>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Attended Hours</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IN" sz="1700" u="none" strike="noStrike" dirty="0">
                          <a:effectLst/>
                        </a:rPr>
                        <a:t>Total</a:t>
                      </a:r>
                      <a:r>
                        <a:rPr lang="en-IN" sz="1700" u="none" strike="noStrike" dirty="0">
                          <a:effectLst/>
                        </a:rPr>
                        <a:t> Hours</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Attendance %</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Test Marks</a:t>
                      </a:r>
                    </a:p>
                    <a:p>
                      <a:pPr algn="ctr"/>
                      <a:endParaRPr lang="en-IN" sz="1700" u="none" strike="noStrike" dirty="0">
                        <a:effectLst/>
                      </a:endParaRPr>
                    </a:p>
                  </a:txBody>
                  <a:tcPr marL="90526" marR="90526" marT="28884" marB="28884" anchor="ctr"/>
                </a:tc>
                <a:extLst>
                  <a:ext uri="{0D108BD9-81ED-4DB2-BD59-A6C34878D82A}">
                    <a16:rowId xmlns:a16="http://schemas.microsoft.com/office/drawing/2014/main" val="10001"/>
                  </a:ext>
                </a:extLst>
              </a:tr>
              <a:tr h="31805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700" u="none" strike="noStrike" kern="0" cap="none" spc="0" normalizeH="0" baseline="0" noProof="0" dirty="0">
                          <a:ln>
                            <a:noFill/>
                          </a:ln>
                          <a:effectLst/>
                          <a:uLnTx/>
                          <a:uFillTx/>
                        </a:rPr>
                        <a:t>Attendance</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AU" sz="1700" u="none" strike="noStrike" kern="0" cap="none" spc="0" normalizeH="0" baseline="0" noProof="0" dirty="0">
                          <a:ln>
                            <a:noFill/>
                          </a:ln>
                          <a:effectLst/>
                          <a:uLnTx/>
                          <a:uFillTx/>
                        </a:rPr>
                        <a:t>6</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AU" sz="1700" dirty="0"/>
                        <a:t>6</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IN" sz="1700" dirty="0"/>
                        <a:t>100</a:t>
                      </a:r>
                    </a:p>
                  </a:txBody>
                  <a:tcPr marL="90526" marR="90526" marT="28884" marB="28884" anchor="ctr"/>
                </a:tc>
                <a:tc>
                  <a:txBody>
                    <a:bodyPr/>
                    <a:lstStyle/>
                    <a:p>
                      <a:pPr algn="ctr"/>
                      <a:r>
                        <a:rPr kumimoji="0" lang="en-AU" altLang="en-IN" sz="1700" u="none" strike="noStrike" kern="0" cap="none" spc="0" normalizeH="0" baseline="0" noProof="0" dirty="0">
                          <a:ln>
                            <a:noFill/>
                          </a:ln>
                          <a:effectLst/>
                          <a:uLnTx/>
                          <a:uFillTx/>
                        </a:rPr>
                        <a:t>96/100</a:t>
                      </a:r>
                    </a:p>
                  </a:txBody>
                  <a:tcPr marL="90526" marR="90526" marT="28884" marB="28884" anchor="ctr"/>
                </a:tc>
                <a:extLst>
                  <a:ext uri="{0D108BD9-81ED-4DB2-BD59-A6C34878D82A}">
                    <a16:rowId xmlns:a16="http://schemas.microsoft.com/office/drawing/2014/main" val="10002"/>
                  </a:ext>
                </a:extLst>
              </a:tr>
            </a:tbl>
          </a:graphicData>
        </a:graphic>
      </p:graphicFrame>
      <p:graphicFrame>
        <p:nvGraphicFramePr>
          <p:cNvPr id="10" name="Table 9">
            <a:extLst>
              <a:ext uri="{FF2B5EF4-FFF2-40B4-BE49-F238E27FC236}">
                <a16:creationId xmlns:a16="http://schemas.microsoft.com/office/drawing/2014/main" id="{E6DA9675-2EF4-D0DF-F525-E93BE09CBE39}"/>
              </a:ext>
            </a:extLst>
          </p:cNvPr>
          <p:cNvGraphicFramePr>
            <a:graphicFrameLocks noGrp="1"/>
          </p:cNvGraphicFramePr>
          <p:nvPr>
            <p:extLst>
              <p:ext uri="{D42A27DB-BD31-4B8C-83A1-F6EECF244321}">
                <p14:modId xmlns:p14="http://schemas.microsoft.com/office/powerpoint/2010/main" val="3391131852"/>
              </p:ext>
            </p:extLst>
          </p:nvPr>
        </p:nvGraphicFramePr>
        <p:xfrm>
          <a:off x="4625488" y="2733012"/>
          <a:ext cx="7242049" cy="1246069"/>
        </p:xfrm>
        <a:graphic>
          <a:graphicData uri="http://schemas.openxmlformats.org/drawingml/2006/table">
            <a:tbl>
              <a:tblPr firstRow="1" bandRow="1">
                <a:tableStyleId>{7DF18680-E054-41AD-8BC1-D1AEF772440D}</a:tableStyleId>
              </a:tblPr>
              <a:tblGrid>
                <a:gridCol w="1466926">
                  <a:extLst>
                    <a:ext uri="{9D8B030D-6E8A-4147-A177-3AD203B41FA5}">
                      <a16:colId xmlns:a16="http://schemas.microsoft.com/office/drawing/2014/main" val="20000"/>
                    </a:ext>
                  </a:extLst>
                </a:gridCol>
                <a:gridCol w="1443780">
                  <a:extLst>
                    <a:ext uri="{9D8B030D-6E8A-4147-A177-3AD203B41FA5}">
                      <a16:colId xmlns:a16="http://schemas.microsoft.com/office/drawing/2014/main" val="20001"/>
                    </a:ext>
                  </a:extLst>
                </a:gridCol>
                <a:gridCol w="1443784">
                  <a:extLst>
                    <a:ext uri="{9D8B030D-6E8A-4147-A177-3AD203B41FA5}">
                      <a16:colId xmlns:a16="http://schemas.microsoft.com/office/drawing/2014/main" val="20002"/>
                    </a:ext>
                  </a:extLst>
                </a:gridCol>
                <a:gridCol w="1443779">
                  <a:extLst>
                    <a:ext uri="{9D8B030D-6E8A-4147-A177-3AD203B41FA5}">
                      <a16:colId xmlns:a16="http://schemas.microsoft.com/office/drawing/2014/main" val="20003"/>
                    </a:ext>
                  </a:extLst>
                </a:gridCol>
                <a:gridCol w="1443780">
                  <a:extLst>
                    <a:ext uri="{9D8B030D-6E8A-4147-A177-3AD203B41FA5}">
                      <a16:colId xmlns:a16="http://schemas.microsoft.com/office/drawing/2014/main" val="20004"/>
                    </a:ext>
                  </a:extLst>
                </a:gridCol>
              </a:tblGrid>
              <a:tr h="346002">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700" b="1" dirty="0">
                          <a:solidFill>
                            <a:srgbClr val="FFFFFF"/>
                          </a:solidFill>
                        </a:rPr>
                        <a:t>SLOT-B-</a:t>
                      </a:r>
                      <a:r>
                        <a:rPr lang="en-US" altLang="en-GB" sz="1700" b="1" kern="1200" dirty="0">
                          <a:solidFill>
                            <a:srgbClr val="FFFFFF"/>
                          </a:solidFill>
                          <a:effectLst/>
                        </a:rPr>
                        <a:t>UBA2904 - TECHNICAL ENGLISH</a:t>
                      </a:r>
                      <a:endParaRPr lang="en-US" altLang="en-GB" sz="1700" kern="1200" dirty="0">
                        <a:effectLst/>
                      </a:endParaRPr>
                    </a:p>
                  </a:txBody>
                  <a:tcPr marL="90526" marR="90526" marT="45302" marB="45302" anchor="ctr"/>
                </a:tc>
                <a:tc hMerge="1">
                  <a:txBody>
                    <a:bodyPr/>
                    <a:lstStyle/>
                    <a:p>
                      <a:endParaRPr lang="en-US"/>
                    </a:p>
                  </a:txBody>
                  <a:tcPr>
                    <a:solidFill>
                      <a:srgbClr val="00BFB3"/>
                    </a:solidFill>
                  </a:tcPr>
                </a:tc>
                <a:tc hMerge="1">
                  <a:txBody>
                    <a:bodyPr/>
                    <a:lstStyle/>
                    <a:p>
                      <a:endParaRPr lang="en-US"/>
                    </a:p>
                  </a:txBody>
                  <a:tcPr>
                    <a:solidFill>
                      <a:srgbClr val="00BFB3"/>
                    </a:solidFill>
                  </a:tcPr>
                </a:tc>
                <a:tc hMerge="1">
                  <a:txBody>
                    <a:bodyPr/>
                    <a:lstStyle/>
                    <a:p>
                      <a:endParaRPr lang="en-US"/>
                    </a:p>
                  </a:txBody>
                  <a:tcPr>
                    <a:solidFill>
                      <a:srgbClr val="00BFB3"/>
                    </a:solidFill>
                  </a:tcPr>
                </a:tc>
                <a:tc hMerge="1">
                  <a:txBody>
                    <a:bodyPr/>
                    <a:lstStyle/>
                    <a:p>
                      <a:endParaRPr lang="en-US"/>
                    </a:p>
                  </a:txBody>
                  <a:tcPr>
                    <a:solidFill>
                      <a:srgbClr val="00BFB3"/>
                    </a:solidFill>
                  </a:tcPr>
                </a:tc>
                <a:extLst>
                  <a:ext uri="{0D108BD9-81ED-4DB2-BD59-A6C34878D82A}">
                    <a16:rowId xmlns:a16="http://schemas.microsoft.com/office/drawing/2014/main" val="10000"/>
                  </a:ext>
                </a:extLst>
              </a:tr>
              <a:tr h="578334">
                <a:tc>
                  <a:txBody>
                    <a:bodyPr/>
                    <a:lstStyle/>
                    <a:p>
                      <a:pPr algn="ctr"/>
                      <a:endParaRPr lang="en-US" altLang="en-IN" sz="1700" dirty="0"/>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Attended Hours</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IN" sz="1700" u="none" strike="noStrike" dirty="0">
                          <a:effectLst/>
                        </a:rPr>
                        <a:t>Total</a:t>
                      </a:r>
                      <a:r>
                        <a:rPr lang="en-IN" sz="1700" u="none" strike="noStrike" dirty="0">
                          <a:effectLst/>
                        </a:rPr>
                        <a:t> Hours</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Attendance %</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Test Marks</a:t>
                      </a:r>
                    </a:p>
                    <a:p>
                      <a:pPr algn="ctr"/>
                      <a:endParaRPr lang="en-IN" sz="1700" u="none" strike="noStrike" dirty="0">
                        <a:effectLst/>
                      </a:endParaRPr>
                    </a:p>
                  </a:txBody>
                  <a:tcPr marL="90526" marR="90526" marT="28884" marB="28884" anchor="ctr"/>
                </a:tc>
                <a:extLst>
                  <a:ext uri="{0D108BD9-81ED-4DB2-BD59-A6C34878D82A}">
                    <a16:rowId xmlns:a16="http://schemas.microsoft.com/office/drawing/2014/main" val="10001"/>
                  </a:ext>
                </a:extLst>
              </a:tr>
              <a:tr h="31805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700" u="none" strike="noStrike" kern="0" cap="none" spc="0" normalizeH="0" baseline="0" noProof="0" dirty="0">
                          <a:ln>
                            <a:noFill/>
                          </a:ln>
                          <a:effectLst/>
                          <a:uLnTx/>
                          <a:uFillTx/>
                        </a:rPr>
                        <a:t>Attendance</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AU" sz="1700" u="none" strike="noStrike" kern="0" cap="none" spc="0" normalizeH="0" baseline="0" noProof="0" dirty="0">
                          <a:ln>
                            <a:noFill/>
                          </a:ln>
                          <a:effectLst/>
                          <a:uLnTx/>
                          <a:uFillTx/>
                        </a:rPr>
                        <a:t>7</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AU" sz="1700" dirty="0"/>
                        <a:t>7</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IN" sz="1700" dirty="0"/>
                        <a:t>100</a:t>
                      </a:r>
                    </a:p>
                  </a:txBody>
                  <a:tcPr marL="90526" marR="90526" marT="28884" marB="28884" anchor="ctr"/>
                </a:tc>
                <a:tc>
                  <a:txBody>
                    <a:bodyPr/>
                    <a:lstStyle/>
                    <a:p>
                      <a:pPr algn="ctr"/>
                      <a:r>
                        <a:rPr kumimoji="0" lang="en-AU" altLang="en-IN" sz="1700" u="none" strike="noStrike" kern="0" cap="none" spc="0" normalizeH="0" baseline="0" noProof="0" dirty="0">
                          <a:ln>
                            <a:noFill/>
                          </a:ln>
                          <a:effectLst/>
                          <a:uLnTx/>
                          <a:uFillTx/>
                        </a:rPr>
                        <a:t>86/100</a:t>
                      </a:r>
                    </a:p>
                  </a:txBody>
                  <a:tcPr marL="90526" marR="90526" marT="28884" marB="28884" anchor="ctr"/>
                </a:tc>
                <a:extLst>
                  <a:ext uri="{0D108BD9-81ED-4DB2-BD59-A6C34878D82A}">
                    <a16:rowId xmlns:a16="http://schemas.microsoft.com/office/drawing/2014/main" val="10002"/>
                  </a:ext>
                </a:extLst>
              </a:tr>
            </a:tbl>
          </a:graphicData>
        </a:graphic>
      </p:graphicFrame>
      <p:graphicFrame>
        <p:nvGraphicFramePr>
          <p:cNvPr id="12" name="Table 11">
            <a:extLst>
              <a:ext uri="{FF2B5EF4-FFF2-40B4-BE49-F238E27FC236}">
                <a16:creationId xmlns:a16="http://schemas.microsoft.com/office/drawing/2014/main" id="{40407D58-46E2-90CD-842C-4AAA4095AA35}"/>
              </a:ext>
            </a:extLst>
          </p:cNvPr>
          <p:cNvGraphicFramePr>
            <a:graphicFrameLocks noGrp="1"/>
          </p:cNvGraphicFramePr>
          <p:nvPr>
            <p:extLst>
              <p:ext uri="{D42A27DB-BD31-4B8C-83A1-F6EECF244321}">
                <p14:modId xmlns:p14="http://schemas.microsoft.com/office/powerpoint/2010/main" val="1211823411"/>
              </p:ext>
            </p:extLst>
          </p:nvPr>
        </p:nvGraphicFramePr>
        <p:xfrm>
          <a:off x="4625486" y="3992237"/>
          <a:ext cx="7242048" cy="1246069"/>
        </p:xfrm>
        <a:graphic>
          <a:graphicData uri="http://schemas.openxmlformats.org/drawingml/2006/table">
            <a:tbl>
              <a:tblPr firstRow="1" bandRow="1">
                <a:tableStyleId>{7DF18680-E054-41AD-8BC1-D1AEF772440D}</a:tableStyleId>
              </a:tblPr>
              <a:tblGrid>
                <a:gridCol w="1466926">
                  <a:extLst>
                    <a:ext uri="{9D8B030D-6E8A-4147-A177-3AD203B41FA5}">
                      <a16:colId xmlns:a16="http://schemas.microsoft.com/office/drawing/2014/main" val="20000"/>
                    </a:ext>
                  </a:extLst>
                </a:gridCol>
                <a:gridCol w="1443780">
                  <a:extLst>
                    <a:ext uri="{9D8B030D-6E8A-4147-A177-3AD203B41FA5}">
                      <a16:colId xmlns:a16="http://schemas.microsoft.com/office/drawing/2014/main" val="20001"/>
                    </a:ext>
                  </a:extLst>
                </a:gridCol>
                <a:gridCol w="1443783">
                  <a:extLst>
                    <a:ext uri="{9D8B030D-6E8A-4147-A177-3AD203B41FA5}">
                      <a16:colId xmlns:a16="http://schemas.microsoft.com/office/drawing/2014/main" val="20002"/>
                    </a:ext>
                  </a:extLst>
                </a:gridCol>
                <a:gridCol w="1443779">
                  <a:extLst>
                    <a:ext uri="{9D8B030D-6E8A-4147-A177-3AD203B41FA5}">
                      <a16:colId xmlns:a16="http://schemas.microsoft.com/office/drawing/2014/main" val="20003"/>
                    </a:ext>
                  </a:extLst>
                </a:gridCol>
                <a:gridCol w="1443780">
                  <a:extLst>
                    <a:ext uri="{9D8B030D-6E8A-4147-A177-3AD203B41FA5}">
                      <a16:colId xmlns:a16="http://schemas.microsoft.com/office/drawing/2014/main" val="20004"/>
                    </a:ext>
                  </a:extLst>
                </a:gridCol>
              </a:tblGrid>
              <a:tr h="346002">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700" b="1" dirty="0">
                          <a:solidFill>
                            <a:srgbClr val="FFFFFF"/>
                          </a:solidFill>
                        </a:rPr>
                        <a:t>SLOT-C-</a:t>
                      </a:r>
                      <a:r>
                        <a:rPr lang="en-US" altLang="en-GB" sz="1700" kern="1200" dirty="0">
                          <a:effectLst/>
                        </a:rPr>
                        <a:t>ITA0405 - STATISTICS WITH R PROGRAMMING</a:t>
                      </a:r>
                    </a:p>
                  </a:txBody>
                  <a:tcPr marL="90526" marR="90526" marT="45302" marB="45302" anchor="ctr"/>
                </a:tc>
                <a:tc hMerge="1">
                  <a:txBody>
                    <a:bodyPr/>
                    <a:lstStyle/>
                    <a:p>
                      <a:endParaRPr lang="en-US"/>
                    </a:p>
                  </a:txBody>
                  <a:tcPr>
                    <a:solidFill>
                      <a:srgbClr val="00BFB3"/>
                    </a:solidFill>
                  </a:tcPr>
                </a:tc>
                <a:tc hMerge="1">
                  <a:txBody>
                    <a:bodyPr/>
                    <a:lstStyle/>
                    <a:p>
                      <a:endParaRPr lang="en-US"/>
                    </a:p>
                  </a:txBody>
                  <a:tcPr>
                    <a:solidFill>
                      <a:srgbClr val="00BFB3"/>
                    </a:solidFill>
                  </a:tcPr>
                </a:tc>
                <a:tc hMerge="1">
                  <a:txBody>
                    <a:bodyPr/>
                    <a:lstStyle/>
                    <a:p>
                      <a:endParaRPr lang="en-US"/>
                    </a:p>
                  </a:txBody>
                  <a:tcPr>
                    <a:solidFill>
                      <a:srgbClr val="00BFB3"/>
                    </a:solidFill>
                  </a:tcPr>
                </a:tc>
                <a:tc hMerge="1">
                  <a:txBody>
                    <a:bodyPr/>
                    <a:lstStyle/>
                    <a:p>
                      <a:endParaRPr lang="en-US"/>
                    </a:p>
                  </a:txBody>
                  <a:tcPr>
                    <a:solidFill>
                      <a:srgbClr val="00BFB3"/>
                    </a:solidFill>
                  </a:tcPr>
                </a:tc>
                <a:extLst>
                  <a:ext uri="{0D108BD9-81ED-4DB2-BD59-A6C34878D82A}">
                    <a16:rowId xmlns:a16="http://schemas.microsoft.com/office/drawing/2014/main" val="10000"/>
                  </a:ext>
                </a:extLst>
              </a:tr>
              <a:tr h="578334">
                <a:tc>
                  <a:txBody>
                    <a:bodyPr/>
                    <a:lstStyle/>
                    <a:p>
                      <a:pPr algn="ctr"/>
                      <a:endParaRPr lang="en-US" altLang="en-IN" sz="1700" dirty="0"/>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Attended Hours</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IN" sz="1700" u="none" strike="noStrike" dirty="0">
                          <a:effectLst/>
                        </a:rPr>
                        <a:t>Total</a:t>
                      </a:r>
                      <a:r>
                        <a:rPr lang="en-IN" sz="1700" u="none" strike="noStrike" dirty="0">
                          <a:effectLst/>
                        </a:rPr>
                        <a:t> Hours</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Attendance %</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Test Marks</a:t>
                      </a:r>
                    </a:p>
                    <a:p>
                      <a:pPr algn="ctr"/>
                      <a:endParaRPr lang="en-IN" sz="1700" u="none" strike="noStrike" dirty="0">
                        <a:effectLst/>
                      </a:endParaRPr>
                    </a:p>
                  </a:txBody>
                  <a:tcPr marL="90526" marR="90526" marT="28884" marB="28884" anchor="ctr"/>
                </a:tc>
                <a:extLst>
                  <a:ext uri="{0D108BD9-81ED-4DB2-BD59-A6C34878D82A}">
                    <a16:rowId xmlns:a16="http://schemas.microsoft.com/office/drawing/2014/main" val="10001"/>
                  </a:ext>
                </a:extLst>
              </a:tr>
              <a:tr h="31805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700" u="none" strike="noStrike" kern="0" cap="none" spc="0" normalizeH="0" baseline="0" noProof="0" dirty="0">
                          <a:ln>
                            <a:noFill/>
                          </a:ln>
                          <a:effectLst/>
                          <a:uLnTx/>
                          <a:uFillTx/>
                        </a:rPr>
                        <a:t>Attendance</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AU" sz="1700" u="none" strike="noStrike" kern="0" cap="none" spc="0" normalizeH="0" baseline="0" noProof="0" dirty="0">
                          <a:ln>
                            <a:noFill/>
                          </a:ln>
                          <a:effectLst/>
                          <a:uLnTx/>
                          <a:uFillTx/>
                        </a:rPr>
                        <a:t>5</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AU" sz="1700" dirty="0"/>
                        <a:t>5</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IN" sz="1700" dirty="0"/>
                        <a:t>100</a:t>
                      </a:r>
                    </a:p>
                  </a:txBody>
                  <a:tcPr marL="90526" marR="90526" marT="28884" marB="28884" anchor="ctr"/>
                </a:tc>
                <a:tc>
                  <a:txBody>
                    <a:bodyPr/>
                    <a:lstStyle/>
                    <a:p>
                      <a:pPr algn="ctr"/>
                      <a:r>
                        <a:rPr kumimoji="0" lang="en-AU" altLang="en-IN" sz="1700" u="none" strike="noStrike" kern="0" cap="none" spc="0" normalizeH="0" baseline="0" noProof="0" dirty="0">
                          <a:ln>
                            <a:noFill/>
                          </a:ln>
                          <a:effectLst/>
                          <a:uLnTx/>
                          <a:uFillTx/>
                        </a:rPr>
                        <a:t>80/100</a:t>
                      </a:r>
                    </a:p>
                  </a:txBody>
                  <a:tcPr marL="90526" marR="90526" marT="28884" marB="28884" anchor="ctr"/>
                </a:tc>
                <a:extLst>
                  <a:ext uri="{0D108BD9-81ED-4DB2-BD59-A6C34878D82A}">
                    <a16:rowId xmlns:a16="http://schemas.microsoft.com/office/drawing/2014/main" val="10002"/>
                  </a:ext>
                </a:extLst>
              </a:tr>
            </a:tbl>
          </a:graphicData>
        </a:graphic>
      </p:graphicFrame>
      <p:graphicFrame>
        <p:nvGraphicFramePr>
          <p:cNvPr id="17" name="Table 16">
            <a:extLst>
              <a:ext uri="{FF2B5EF4-FFF2-40B4-BE49-F238E27FC236}">
                <a16:creationId xmlns:a16="http://schemas.microsoft.com/office/drawing/2014/main" id="{2B2A8C99-8E57-A89E-6D2D-D71A49D9151A}"/>
              </a:ext>
            </a:extLst>
          </p:cNvPr>
          <p:cNvGraphicFramePr>
            <a:graphicFrameLocks noGrp="1"/>
          </p:cNvGraphicFramePr>
          <p:nvPr>
            <p:extLst>
              <p:ext uri="{D42A27DB-BD31-4B8C-83A1-F6EECF244321}">
                <p14:modId xmlns:p14="http://schemas.microsoft.com/office/powerpoint/2010/main" val="2382665599"/>
              </p:ext>
            </p:extLst>
          </p:nvPr>
        </p:nvGraphicFramePr>
        <p:xfrm>
          <a:off x="4635319" y="5248138"/>
          <a:ext cx="7242048" cy="1246069"/>
        </p:xfrm>
        <a:graphic>
          <a:graphicData uri="http://schemas.openxmlformats.org/drawingml/2006/table">
            <a:tbl>
              <a:tblPr firstRow="1" bandRow="1">
                <a:tableStyleId>{7DF18680-E054-41AD-8BC1-D1AEF772440D}</a:tableStyleId>
              </a:tblPr>
              <a:tblGrid>
                <a:gridCol w="1466926">
                  <a:extLst>
                    <a:ext uri="{9D8B030D-6E8A-4147-A177-3AD203B41FA5}">
                      <a16:colId xmlns:a16="http://schemas.microsoft.com/office/drawing/2014/main" val="20000"/>
                    </a:ext>
                  </a:extLst>
                </a:gridCol>
                <a:gridCol w="1443780">
                  <a:extLst>
                    <a:ext uri="{9D8B030D-6E8A-4147-A177-3AD203B41FA5}">
                      <a16:colId xmlns:a16="http://schemas.microsoft.com/office/drawing/2014/main" val="20001"/>
                    </a:ext>
                  </a:extLst>
                </a:gridCol>
                <a:gridCol w="1443783">
                  <a:extLst>
                    <a:ext uri="{9D8B030D-6E8A-4147-A177-3AD203B41FA5}">
                      <a16:colId xmlns:a16="http://schemas.microsoft.com/office/drawing/2014/main" val="20002"/>
                    </a:ext>
                  </a:extLst>
                </a:gridCol>
                <a:gridCol w="1443779">
                  <a:extLst>
                    <a:ext uri="{9D8B030D-6E8A-4147-A177-3AD203B41FA5}">
                      <a16:colId xmlns:a16="http://schemas.microsoft.com/office/drawing/2014/main" val="20003"/>
                    </a:ext>
                  </a:extLst>
                </a:gridCol>
                <a:gridCol w="1443780">
                  <a:extLst>
                    <a:ext uri="{9D8B030D-6E8A-4147-A177-3AD203B41FA5}">
                      <a16:colId xmlns:a16="http://schemas.microsoft.com/office/drawing/2014/main" val="20004"/>
                    </a:ext>
                  </a:extLst>
                </a:gridCol>
              </a:tblGrid>
              <a:tr h="346002">
                <a:tc gridSpan="5">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sz="1700" b="1">
                          <a:solidFill>
                            <a:srgbClr val="FFFFFF"/>
                          </a:solidFill>
                        </a:rPr>
                        <a:t>SLOT-D-</a:t>
                      </a:r>
                      <a:r>
                        <a:rPr lang="en-US" altLang="en-GB" sz="1700" b="1" kern="1200">
                          <a:solidFill>
                            <a:srgbClr val="FFFFFF"/>
                          </a:solidFill>
                          <a:effectLst/>
                        </a:rPr>
                        <a:t>UBA4701 </a:t>
                      </a:r>
                      <a:r>
                        <a:rPr lang="en-US" altLang="en-GB" sz="1700" b="1" kern="1200" dirty="0">
                          <a:solidFill>
                            <a:srgbClr val="FFFFFF"/>
                          </a:solidFill>
                          <a:effectLst/>
                        </a:rPr>
                        <a:t>- Statistics and Linear Algebra</a:t>
                      </a:r>
                      <a:endParaRPr lang="en-US" altLang="en-GB" sz="1700" kern="1200" dirty="0">
                        <a:effectLst/>
                      </a:endParaRPr>
                    </a:p>
                  </a:txBody>
                  <a:tcPr marL="90526" marR="90526" marT="45302" marB="45302" anchor="ctr"/>
                </a:tc>
                <a:tc hMerge="1">
                  <a:txBody>
                    <a:bodyPr/>
                    <a:lstStyle/>
                    <a:p>
                      <a:endParaRPr lang="en-US"/>
                    </a:p>
                  </a:txBody>
                  <a:tcPr>
                    <a:solidFill>
                      <a:srgbClr val="00BFB3"/>
                    </a:solidFill>
                  </a:tcPr>
                </a:tc>
                <a:tc hMerge="1">
                  <a:txBody>
                    <a:bodyPr/>
                    <a:lstStyle/>
                    <a:p>
                      <a:endParaRPr lang="en-US"/>
                    </a:p>
                  </a:txBody>
                  <a:tcPr>
                    <a:solidFill>
                      <a:srgbClr val="00BFB3"/>
                    </a:solidFill>
                  </a:tcPr>
                </a:tc>
                <a:tc hMerge="1">
                  <a:txBody>
                    <a:bodyPr/>
                    <a:lstStyle/>
                    <a:p>
                      <a:endParaRPr lang="en-US"/>
                    </a:p>
                  </a:txBody>
                  <a:tcPr>
                    <a:solidFill>
                      <a:srgbClr val="00BFB3"/>
                    </a:solidFill>
                  </a:tcPr>
                </a:tc>
                <a:tc hMerge="1">
                  <a:txBody>
                    <a:bodyPr/>
                    <a:lstStyle/>
                    <a:p>
                      <a:endParaRPr lang="en-US"/>
                    </a:p>
                  </a:txBody>
                  <a:tcPr>
                    <a:solidFill>
                      <a:srgbClr val="00BFB3"/>
                    </a:solidFill>
                  </a:tcPr>
                </a:tc>
                <a:extLst>
                  <a:ext uri="{0D108BD9-81ED-4DB2-BD59-A6C34878D82A}">
                    <a16:rowId xmlns:a16="http://schemas.microsoft.com/office/drawing/2014/main" val="10000"/>
                  </a:ext>
                </a:extLst>
              </a:tr>
              <a:tr h="578334">
                <a:tc>
                  <a:txBody>
                    <a:bodyPr/>
                    <a:lstStyle/>
                    <a:p>
                      <a:pPr algn="ctr"/>
                      <a:endParaRPr lang="en-US" altLang="en-IN" sz="1700" dirty="0"/>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Attended Hours</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IN" sz="1700" u="none" strike="noStrike" dirty="0">
                          <a:effectLst/>
                        </a:rPr>
                        <a:t>Total</a:t>
                      </a:r>
                      <a:r>
                        <a:rPr lang="en-IN" sz="1700" u="none" strike="noStrike" dirty="0">
                          <a:effectLst/>
                        </a:rPr>
                        <a:t> Hours</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Attendance %</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IN" sz="1700" u="none" strike="noStrike" dirty="0">
                          <a:effectLst/>
                        </a:rPr>
                        <a:t>Test Marks</a:t>
                      </a:r>
                    </a:p>
                    <a:p>
                      <a:pPr algn="ctr"/>
                      <a:endParaRPr lang="en-IN" sz="1700" u="none" strike="noStrike" dirty="0">
                        <a:effectLst/>
                      </a:endParaRPr>
                    </a:p>
                  </a:txBody>
                  <a:tcPr marL="90526" marR="90526" marT="28884" marB="28884" anchor="ctr"/>
                </a:tc>
                <a:extLst>
                  <a:ext uri="{0D108BD9-81ED-4DB2-BD59-A6C34878D82A}">
                    <a16:rowId xmlns:a16="http://schemas.microsoft.com/office/drawing/2014/main" val="10001"/>
                  </a:ext>
                </a:extLst>
              </a:tr>
              <a:tr h="31805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IN" sz="1700" u="none" strike="noStrike" kern="0" cap="none" spc="0" normalizeH="0" baseline="0" noProof="0" dirty="0">
                          <a:ln>
                            <a:noFill/>
                          </a:ln>
                          <a:effectLst/>
                          <a:uLnTx/>
                          <a:uFillTx/>
                        </a:rPr>
                        <a:t>Attendance</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en-AU" sz="1700" u="none" strike="noStrike" kern="0" cap="none" spc="0" normalizeH="0" baseline="0" noProof="0" dirty="0">
                          <a:ln>
                            <a:noFill/>
                          </a:ln>
                          <a:effectLst/>
                          <a:uLnTx/>
                          <a:uFillTx/>
                        </a:rPr>
                        <a:t>2</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AU" sz="1700" dirty="0"/>
                        <a:t>4</a:t>
                      </a:r>
                    </a:p>
                  </a:txBody>
                  <a:tcPr marL="90526" marR="90526" marT="28884" marB="28884"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en-IN" sz="1700" dirty="0"/>
                        <a:t>50</a:t>
                      </a:r>
                    </a:p>
                  </a:txBody>
                  <a:tcPr marL="90526" marR="90526" marT="28884" marB="28884" anchor="ctr"/>
                </a:tc>
                <a:tc>
                  <a:txBody>
                    <a:bodyPr/>
                    <a:lstStyle/>
                    <a:p>
                      <a:pPr algn="ctr"/>
                      <a:r>
                        <a:rPr kumimoji="0" lang="en-AU" altLang="en-IN" sz="1700" u="none" strike="noStrike" kern="0" cap="none" spc="0" normalizeH="0" baseline="0" noProof="0" dirty="0">
                          <a:ln>
                            <a:noFill/>
                          </a:ln>
                          <a:effectLst/>
                          <a:uLnTx/>
                          <a:uFillTx/>
                        </a:rPr>
                        <a:t>79/100</a:t>
                      </a:r>
                    </a:p>
                  </a:txBody>
                  <a:tcPr marL="90526" marR="90526" marT="28884" marB="28884"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2780735243"/>
              </p:ext>
            </p:extLst>
          </p:nvPr>
        </p:nvGraphicFramePr>
        <p:xfrm>
          <a:off x="552155" y="1256438"/>
          <a:ext cx="11265489" cy="5401056"/>
        </p:xfrm>
        <a:graphic>
          <a:graphicData uri="http://schemas.openxmlformats.org/drawingml/2006/table">
            <a:tbl>
              <a:tblPr firstRow="1" bandRow="1">
                <a:tableStyleId>{7DF18680-E054-41AD-8BC1-D1AEF772440D}</a:tableStyleId>
              </a:tblPr>
              <a:tblGrid>
                <a:gridCol w="11265489">
                  <a:extLst>
                    <a:ext uri="{9D8B030D-6E8A-4147-A177-3AD203B41FA5}">
                      <a16:colId xmlns:a16="http://schemas.microsoft.com/office/drawing/2014/main" val="20000"/>
                    </a:ext>
                  </a:extLst>
                </a:gridCol>
              </a:tblGrid>
              <a:tr h="1157661">
                <a:tc>
                  <a:txBody>
                    <a:bodyPr/>
                    <a:lstStyle/>
                    <a:p>
                      <a:pPr marL="0" marR="0" lvl="0" indent="0" algn="just" defTabSz="914400" rtl="0" eaLnBrk="1" fontAlgn="auto" latinLnBrk="0" hangingPunct="1">
                        <a:lnSpc>
                          <a:spcPct val="100000"/>
                        </a:lnSpc>
                        <a:spcBef>
                          <a:spcPts val="0"/>
                        </a:spcBef>
                        <a:spcAft>
                          <a:spcPts val="0"/>
                        </a:spcAft>
                        <a:buClrTx/>
                        <a:buSzTx/>
                        <a:buFontTx/>
                        <a:buNone/>
                        <a:defRPr/>
                      </a:pPr>
                      <a:r>
                        <a:rPr lang="en-US" sz="2000" dirty="0"/>
                        <a:t>SPECIFIC INTEREST: ACADEMIC FOCUS</a:t>
                      </a:r>
                    </a:p>
                    <a:p>
                      <a:pPr marL="0" marR="0" lvl="0" indent="0" algn="just" defTabSz="914400" rtl="0" eaLnBrk="1" fontAlgn="auto" latinLnBrk="0" hangingPunct="1">
                        <a:lnSpc>
                          <a:spcPct val="100000"/>
                        </a:lnSpc>
                        <a:spcBef>
                          <a:spcPts val="0"/>
                        </a:spcBef>
                        <a:spcAft>
                          <a:spcPts val="0"/>
                        </a:spcAft>
                        <a:buClrTx/>
                        <a:buSzTx/>
                        <a:buFontTx/>
                        <a:buNone/>
                        <a:defRPr/>
                      </a:pPr>
                      <a:r>
                        <a:rPr lang="en-US" sz="2000" dirty="0"/>
                        <a:t>POINTS TO IMPROVE: </a:t>
                      </a:r>
                      <a:r>
                        <a:rPr lang="en-US" sz="2000" kern="1200" dirty="0">
                          <a:effectLst/>
                        </a:rPr>
                        <a:t>Research skill development</a:t>
                      </a:r>
                    </a:p>
                    <a:p>
                      <a:pPr marL="0" marR="0" lvl="0" indent="0" algn="just" defTabSz="914400" rtl="0" eaLnBrk="1" fontAlgn="auto" latinLnBrk="0" hangingPunct="1">
                        <a:lnSpc>
                          <a:spcPct val="100000"/>
                        </a:lnSpc>
                        <a:spcBef>
                          <a:spcPts val="0"/>
                        </a:spcBef>
                        <a:spcAft>
                          <a:spcPts val="0"/>
                        </a:spcAft>
                        <a:buClrTx/>
                        <a:buSzTx/>
                        <a:buFontTx/>
                        <a:buNone/>
                        <a:defRPr/>
                      </a:pPr>
                      <a:r>
                        <a:rPr lang="en-US" sz="2000" dirty="0"/>
                        <a:t> Dear Parents,</a:t>
                      </a:r>
                      <a:endParaRPr lang="en-IN" sz="2000" dirty="0"/>
                    </a:p>
                    <a:p>
                      <a:pPr marL="0" marR="0" lvl="0" indent="0" algn="just" defTabSz="914400" rtl="0" eaLnBrk="1" fontAlgn="auto" latinLnBrk="0" hangingPunct="1">
                        <a:lnSpc>
                          <a:spcPct val="100000"/>
                        </a:lnSpc>
                        <a:spcBef>
                          <a:spcPts val="0"/>
                        </a:spcBef>
                        <a:spcAft>
                          <a:spcPts val="0"/>
                        </a:spcAft>
                        <a:buClrTx/>
                        <a:buSzTx/>
                        <a:buFontTx/>
                        <a:buNone/>
                        <a:defRPr/>
                      </a:pPr>
                      <a:r>
                        <a:rPr lang="en-IN" sz="2000" dirty="0"/>
                        <a:t>Greetings from </a:t>
                      </a:r>
                      <a:r>
                        <a:rPr lang="en-IN" sz="2000" dirty="0" err="1"/>
                        <a:t>SIMATS</a:t>
                      </a:r>
                      <a:r>
                        <a:rPr lang="en-IN" sz="2000" dirty="0"/>
                        <a:t> School of Engineering &amp; </a:t>
                      </a:r>
                      <a:r>
                        <a:rPr lang="en-IN" sz="2000" dirty="0" err="1"/>
                        <a:t>Dr.</a:t>
                      </a:r>
                      <a:r>
                        <a:rPr lang="en-IN" sz="2000" dirty="0"/>
                        <a:t> SAHAYA LENIN (9962585777), Mentor of your ward !!!</a:t>
                      </a:r>
                    </a:p>
                  </a:txBody>
                  <a:tcPr/>
                </a:tc>
                <a:extLst>
                  <a:ext uri="{0D108BD9-81ED-4DB2-BD59-A6C34878D82A}">
                    <a16:rowId xmlns:a16="http://schemas.microsoft.com/office/drawing/2014/main" val="10000"/>
                  </a:ext>
                </a:extLst>
              </a:tr>
              <a:tr h="3383411">
                <a:tc>
                  <a:txBody>
                    <a:bodyPr/>
                    <a:lstStyle/>
                    <a:p>
                      <a:pPr marL="285750" marR="0" lvl="0" indent="-27432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2000" dirty="0"/>
                        <a:t>Mr. S Harsha Vardhan Reddy has achieved an impressive academic CGPA of 8.3 out of 10 and maintained high attendance throughout, reflecting his dedication.  To ensure punctuality, he should set reminders, plan ahead, optimize travel time, establish a consistent routine, and include buffer time between activities. </a:t>
                      </a:r>
                      <a:r>
                        <a:rPr kumimoji="0" lang="en-US" sz="2000" b="0" i="0" u="none" strike="noStrike" kern="1200" cap="none" spc="0" normalizeH="0" baseline="0" noProof="0" dirty="0">
                          <a:ln>
                            <a:noFill/>
                          </a:ln>
                          <a:solidFill>
                            <a:prstClr val="black"/>
                          </a:solidFill>
                          <a:effectLst/>
                          <a:highlight>
                            <a:srgbClr val="FFFF00"/>
                          </a:highlight>
                          <a:uLnTx/>
                          <a:uFillTx/>
                          <a:latin typeface="+mn-lt"/>
                          <a:ea typeface="+mn-ea"/>
                          <a:cs typeface="+mn-cs"/>
                        </a:rPr>
                        <a:t>Your ward will be having regular MS-1 Semester classes and annual sports &amp; cultural fest named SIMMAM-26 in the coming week. Encourage your ward to focus on Conference and hackathon event participation during the upcoming holidays</a:t>
                      </a:r>
                      <a:endParaRPr lang="en-US" sz="2000" dirty="0"/>
                    </a:p>
                    <a:p>
                      <a:pPr marL="285750" marR="0" lvl="0" indent="-27432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en-US" sz="2000" dirty="0"/>
                        <a:t>Mr. Reddy has completed Java and SQL certifications from Oracle Academy and signed up for </a:t>
                      </a:r>
                      <a:r>
                        <a:rPr lang="en-US" sz="2000" dirty="0" err="1"/>
                        <a:t>LeetCode</a:t>
                      </a:r>
                      <a:r>
                        <a:rPr lang="en-US" sz="2000" dirty="0"/>
                        <a:t>, diligently working to finish the course. To further advance his professional skills, he has advised to attend conferences, workshops, hackathons. Additionally, exploring advanced courses on platforms like Coursera, Udacity, and edX. Mr. Reddy is clearly dedicated and capable of achieving great success, and it is important to continue seizing every opportunity for growth and learning.</a:t>
                      </a:r>
                    </a:p>
                  </a:txBody>
                  <a:tcPr/>
                </a:tc>
                <a:extLst>
                  <a:ext uri="{0D108BD9-81ED-4DB2-BD59-A6C34878D82A}">
                    <a16:rowId xmlns:a16="http://schemas.microsoft.com/office/drawing/2014/main" val="10001"/>
                  </a:ext>
                </a:extLst>
              </a:tr>
            </a:tbl>
          </a:graphicData>
        </a:graphic>
      </p:graphicFrame>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745</TotalTime>
  <Words>305</Words>
  <Application>Microsoft Office PowerPoint</Application>
  <PresentationFormat>Widescreen</PresentationFormat>
  <Paragraphs>50</Paragraphs>
  <Slides>4</Slides>
  <Notes>1</Notes>
  <HiddenSlides>0</HiddenSlides>
  <MMClips>0</MMClips>
  <ScaleCrop>false</ScaleCrop>
  <HeadingPairs>
    <vt:vector size="6" baseType="variant">
      <vt:variant>
        <vt:lpstr>Fonts Used</vt:lpstr>
      </vt:variant>
      <vt:variant>
        <vt:i4>5</vt:i4>
      </vt:variant>
      <vt:variant>
        <vt:lpstr>Theme</vt:lpstr>
      </vt:variant>
      <vt:variant>
        <vt:i4>5</vt:i4>
      </vt:variant>
      <vt:variant>
        <vt:lpstr>Slide Titles</vt:lpstr>
      </vt:variant>
      <vt:variant>
        <vt:i4>4</vt:i4>
      </vt:variant>
    </vt:vector>
  </HeadingPairs>
  <TitlesOfParts>
    <vt:vector size="14" baseType="lpstr">
      <vt:lpstr>Aptos</vt:lpstr>
      <vt:lpstr>Aptos Display</vt:lpstr>
      <vt:lpstr>Arial</vt:lpstr>
      <vt:lpstr>Calibri</vt:lpstr>
      <vt:lpstr>Calibri Light</vt:lpstr>
      <vt:lpstr>Office Theme</vt:lpstr>
      <vt:lpstr>1_Custom Design</vt:lpstr>
      <vt:lpstr>2_Office Theme</vt:lpstr>
      <vt:lpstr>1_Office Theme</vt:lpstr>
      <vt:lpstr>Custom Design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susheel kumar</dc:creator>
  <cp:lastModifiedBy>HARSHA REDDY</cp:lastModifiedBy>
  <cp:revision>303</cp:revision>
  <dcterms:created xsi:type="dcterms:W3CDTF">2025-01-24T05:34:00Z</dcterms:created>
  <dcterms:modified xsi:type="dcterms:W3CDTF">2026-07-17T05:27:05Z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B93EF83F841941A6ADA0AC47D0F1AF90_13</vt:lpwstr>
  </property>
  <property fmtid="{D5CDD505-2E9C-101B-9397-08002B2CF9AE}" pid="3" name="KSOProductBuildVer">
    <vt:lpwstr>2057-12.2.0.23158</vt:lpwstr>
  </property>
</Properties>
</file>